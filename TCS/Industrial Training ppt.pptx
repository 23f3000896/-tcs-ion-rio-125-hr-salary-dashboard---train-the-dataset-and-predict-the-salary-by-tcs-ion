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85" r:id="rId2"/>
    <p:sldId id="286" r:id="rId3"/>
    <p:sldId id="276" r:id="rId4"/>
    <p:sldId id="270" r:id="rId5"/>
    <p:sldId id="277" r:id="rId6"/>
    <p:sldId id="278" r:id="rId7"/>
    <p:sldId id="279" r:id="rId8"/>
    <p:sldId id="287" r:id="rId9"/>
    <p:sldId id="288" r:id="rId10"/>
    <p:sldId id="281" r:id="rId11"/>
    <p:sldId id="282" r:id="rId12"/>
    <p:sldId id="283" r:id="rId13"/>
    <p:sldId id="284" r:id="rId14"/>
    <p:sldId id="273" r:id="rId1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1E4F8"/>
    <a:srgbClr val="33CCFF"/>
    <a:srgbClr val="FFFF00"/>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p:restoredLeft sz="5277" autoAdjust="0"/>
    <p:restoredTop sz="94660"/>
  </p:normalViewPr>
  <p:slideViewPr>
    <p:cSldViewPr>
      <p:cViewPr varScale="1">
        <p:scale>
          <a:sx n="68" d="100"/>
          <a:sy n="68" d="100"/>
        </p:scale>
        <p:origin x="1896" y="66"/>
      </p:cViewPr>
      <p:guideLst>
        <p:guide orient="horz" pos="2160"/>
        <p:guide pos="2880"/>
      </p:guideLst>
    </p:cSldViewPr>
  </p:slideViewPr>
  <p:notesTextViewPr>
    <p:cViewPr>
      <p:scale>
        <a:sx n="1" d="1"/>
        <a:sy n="1" d="1"/>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6CD895D-D788-4B08-93B3-B78EFB535739}" type="datetimeFigureOut">
              <a:rPr lang="en-IN" smtClean="0"/>
              <a:t>05-10-2025</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5432714-8A85-4045-9756-8E58AB7B761B}" type="slidenum">
              <a:rPr lang="en-IN" smtClean="0"/>
              <a:t>‹#›</a:t>
            </a:fld>
            <a:endParaRPr lang="en-IN"/>
          </a:p>
        </p:txBody>
      </p:sp>
    </p:spTree>
    <p:extLst>
      <p:ext uri="{BB962C8B-B14F-4D97-AF65-F5344CB8AC3E}">
        <p14:creationId xmlns:p14="http://schemas.microsoft.com/office/powerpoint/2010/main" val="9561346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DECB7F0-34A5-4C70-97E9-77E6D8EC06C7}" type="slidenum">
              <a:rPr lang="en-US"/>
              <a:pPr/>
              <a:t>2</a:t>
            </a:fld>
            <a:endParaRPr lang="en-US"/>
          </a:p>
        </p:txBody>
      </p:sp>
      <p:sp>
        <p:nvSpPr>
          <p:cNvPr id="521218" name="Rectangle 2"/>
          <p:cNvSpPr>
            <a:spLocks noGrp="1" noRot="1" noChangeAspect="1" noChangeArrowheads="1" noTextEdit="1"/>
          </p:cNvSpPr>
          <p:nvPr>
            <p:ph type="sldImg"/>
          </p:nvPr>
        </p:nvSpPr>
        <p:spPr>
          <a:ln/>
        </p:spPr>
      </p:sp>
      <p:sp>
        <p:nvSpPr>
          <p:cNvPr id="52121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6924728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DECB7F0-34A5-4C70-97E9-77E6D8EC06C7}" type="slidenum">
              <a:rPr lang="en-US"/>
              <a:pPr/>
              <a:t>3</a:t>
            </a:fld>
            <a:endParaRPr lang="en-US"/>
          </a:p>
        </p:txBody>
      </p:sp>
      <p:sp>
        <p:nvSpPr>
          <p:cNvPr id="521218" name="Rectangle 2"/>
          <p:cNvSpPr>
            <a:spLocks noGrp="1" noRot="1" noChangeAspect="1" noChangeArrowheads="1" noTextEdit="1"/>
          </p:cNvSpPr>
          <p:nvPr>
            <p:ph type="sldImg"/>
          </p:nvPr>
        </p:nvSpPr>
        <p:spPr>
          <a:ln/>
        </p:spPr>
      </p:sp>
      <p:sp>
        <p:nvSpPr>
          <p:cNvPr id="52121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DECB7F0-34A5-4C70-97E9-77E6D8EC06C7}" type="slidenum">
              <a:rPr lang="en-US"/>
              <a:pPr/>
              <a:t>4</a:t>
            </a:fld>
            <a:endParaRPr lang="en-US"/>
          </a:p>
        </p:txBody>
      </p:sp>
      <p:sp>
        <p:nvSpPr>
          <p:cNvPr id="521218" name="Rectangle 2"/>
          <p:cNvSpPr>
            <a:spLocks noGrp="1" noRot="1" noChangeAspect="1" noChangeArrowheads="1" noTextEdit="1"/>
          </p:cNvSpPr>
          <p:nvPr>
            <p:ph type="sldImg"/>
          </p:nvPr>
        </p:nvSpPr>
        <p:spPr>
          <a:ln/>
        </p:spPr>
      </p:sp>
      <p:sp>
        <p:nvSpPr>
          <p:cNvPr id="52121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DECB7F0-34A5-4C70-97E9-77E6D8EC06C7}" type="slidenum">
              <a:rPr lang="en-US"/>
              <a:pPr/>
              <a:t>5</a:t>
            </a:fld>
            <a:endParaRPr lang="en-US"/>
          </a:p>
        </p:txBody>
      </p:sp>
      <p:sp>
        <p:nvSpPr>
          <p:cNvPr id="521218" name="Rectangle 2"/>
          <p:cNvSpPr>
            <a:spLocks noGrp="1" noRot="1" noChangeAspect="1" noChangeArrowheads="1" noTextEdit="1"/>
          </p:cNvSpPr>
          <p:nvPr>
            <p:ph type="sldImg"/>
          </p:nvPr>
        </p:nvSpPr>
        <p:spPr>
          <a:ln/>
        </p:spPr>
      </p:sp>
      <p:sp>
        <p:nvSpPr>
          <p:cNvPr id="52121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DECB7F0-34A5-4C70-97E9-77E6D8EC06C7}" type="slidenum">
              <a:rPr lang="en-US"/>
              <a:pPr/>
              <a:t>6</a:t>
            </a:fld>
            <a:endParaRPr lang="en-US"/>
          </a:p>
        </p:txBody>
      </p:sp>
      <p:sp>
        <p:nvSpPr>
          <p:cNvPr id="521218" name="Rectangle 2"/>
          <p:cNvSpPr>
            <a:spLocks noGrp="1" noRot="1" noChangeAspect="1" noChangeArrowheads="1" noTextEdit="1"/>
          </p:cNvSpPr>
          <p:nvPr>
            <p:ph type="sldImg"/>
          </p:nvPr>
        </p:nvSpPr>
        <p:spPr>
          <a:ln/>
        </p:spPr>
      </p:sp>
      <p:sp>
        <p:nvSpPr>
          <p:cNvPr id="52121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DECB7F0-34A5-4C70-97E9-77E6D8EC06C7}" type="slidenum">
              <a:rPr lang="en-US"/>
              <a:pPr/>
              <a:t>7</a:t>
            </a:fld>
            <a:endParaRPr lang="en-US"/>
          </a:p>
        </p:txBody>
      </p:sp>
      <p:sp>
        <p:nvSpPr>
          <p:cNvPr id="521218" name="Rectangle 2"/>
          <p:cNvSpPr>
            <a:spLocks noGrp="1" noRot="1" noChangeAspect="1" noChangeArrowheads="1" noTextEdit="1"/>
          </p:cNvSpPr>
          <p:nvPr>
            <p:ph type="sldImg"/>
          </p:nvPr>
        </p:nvSpPr>
        <p:spPr>
          <a:ln/>
        </p:spPr>
      </p:sp>
      <p:sp>
        <p:nvSpPr>
          <p:cNvPr id="52121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DECB7F0-34A5-4C70-97E9-77E6D8EC06C7}" type="slidenum">
              <a:rPr lang="en-US"/>
              <a:pPr/>
              <a:t>8</a:t>
            </a:fld>
            <a:endParaRPr lang="en-US"/>
          </a:p>
        </p:txBody>
      </p:sp>
      <p:sp>
        <p:nvSpPr>
          <p:cNvPr id="521218" name="Rectangle 2"/>
          <p:cNvSpPr>
            <a:spLocks noGrp="1" noRot="1" noChangeAspect="1" noChangeArrowheads="1" noTextEdit="1"/>
          </p:cNvSpPr>
          <p:nvPr>
            <p:ph type="sldImg"/>
          </p:nvPr>
        </p:nvSpPr>
        <p:spPr>
          <a:ln/>
        </p:spPr>
      </p:sp>
      <p:sp>
        <p:nvSpPr>
          <p:cNvPr id="52121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5202243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DECB7F0-34A5-4C70-97E9-77E6D8EC06C7}" type="slidenum">
              <a:rPr lang="en-US"/>
              <a:pPr/>
              <a:t>9</a:t>
            </a:fld>
            <a:endParaRPr lang="en-US"/>
          </a:p>
        </p:txBody>
      </p:sp>
      <p:sp>
        <p:nvSpPr>
          <p:cNvPr id="521218" name="Rectangle 2"/>
          <p:cNvSpPr>
            <a:spLocks noGrp="1" noRot="1" noChangeAspect="1" noChangeArrowheads="1" noTextEdit="1"/>
          </p:cNvSpPr>
          <p:nvPr>
            <p:ph type="sldImg"/>
          </p:nvPr>
        </p:nvSpPr>
        <p:spPr>
          <a:ln/>
        </p:spPr>
      </p:sp>
      <p:sp>
        <p:nvSpPr>
          <p:cNvPr id="52121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8323771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DECB7F0-34A5-4C70-97E9-77E6D8EC06C7}" type="slidenum">
              <a:rPr lang="en-US"/>
              <a:pPr/>
              <a:t>10</a:t>
            </a:fld>
            <a:endParaRPr lang="en-US"/>
          </a:p>
        </p:txBody>
      </p:sp>
      <p:sp>
        <p:nvSpPr>
          <p:cNvPr id="521218" name="Rectangle 2"/>
          <p:cNvSpPr>
            <a:spLocks noGrp="1" noRot="1" noChangeAspect="1" noChangeArrowheads="1" noTextEdit="1"/>
          </p:cNvSpPr>
          <p:nvPr>
            <p:ph type="sldImg"/>
          </p:nvPr>
        </p:nvSpPr>
        <p:spPr>
          <a:ln/>
        </p:spPr>
      </p:sp>
      <p:sp>
        <p:nvSpPr>
          <p:cNvPr id="52121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DECB7F0-34A5-4C70-97E9-77E6D8EC06C7}" type="slidenum">
              <a:rPr lang="en-US"/>
              <a:pPr/>
              <a:t>11</a:t>
            </a:fld>
            <a:endParaRPr lang="en-US"/>
          </a:p>
        </p:txBody>
      </p:sp>
      <p:sp>
        <p:nvSpPr>
          <p:cNvPr id="521218" name="Rectangle 2"/>
          <p:cNvSpPr>
            <a:spLocks noGrp="1" noRot="1" noChangeAspect="1" noChangeArrowheads="1" noTextEdit="1"/>
          </p:cNvSpPr>
          <p:nvPr>
            <p:ph type="sldImg"/>
          </p:nvPr>
        </p:nvSpPr>
        <p:spPr>
          <a:ln/>
        </p:spPr>
      </p:sp>
      <p:sp>
        <p:nvSpPr>
          <p:cNvPr id="52121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DECB7F0-34A5-4C70-97E9-77E6D8EC06C7}" type="slidenum">
              <a:rPr lang="en-US"/>
              <a:pPr/>
              <a:t>12</a:t>
            </a:fld>
            <a:endParaRPr lang="en-US"/>
          </a:p>
        </p:txBody>
      </p:sp>
      <p:sp>
        <p:nvSpPr>
          <p:cNvPr id="521218" name="Rectangle 2"/>
          <p:cNvSpPr>
            <a:spLocks noGrp="1" noRot="1" noChangeAspect="1" noChangeArrowheads="1" noTextEdit="1"/>
          </p:cNvSpPr>
          <p:nvPr>
            <p:ph type="sldImg"/>
          </p:nvPr>
        </p:nvSpPr>
        <p:spPr>
          <a:ln/>
        </p:spPr>
      </p:sp>
      <p:sp>
        <p:nvSpPr>
          <p:cNvPr id="521219" name="Rectangle 3"/>
          <p:cNvSpPr>
            <a:spLocks noGrp="1" noChangeArrowheads="1"/>
          </p:cNvSpPr>
          <p:nvPr>
            <p:ph type="body" idx="1"/>
          </p:nvPr>
        </p:nvSpPr>
        <p:spPr/>
        <p:txBody>
          <a:bodyPr/>
          <a:lstStyle/>
          <a:p>
            <a:endParaRPr 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DECB7F0-34A5-4C70-97E9-77E6D8EC06C7}" type="slidenum">
              <a:rPr lang="en-US"/>
              <a:pPr/>
              <a:t>13</a:t>
            </a:fld>
            <a:endParaRPr lang="en-US"/>
          </a:p>
        </p:txBody>
      </p:sp>
      <p:sp>
        <p:nvSpPr>
          <p:cNvPr id="521218" name="Rectangle 2"/>
          <p:cNvSpPr>
            <a:spLocks noGrp="1" noRot="1" noChangeAspect="1" noChangeArrowheads="1" noTextEdit="1"/>
          </p:cNvSpPr>
          <p:nvPr>
            <p:ph type="sldImg"/>
          </p:nvPr>
        </p:nvSpPr>
        <p:spPr>
          <a:ln/>
        </p:spPr>
      </p:sp>
      <p:sp>
        <p:nvSpPr>
          <p:cNvPr id="521219" name="Rectangle 3"/>
          <p:cNvSpPr>
            <a:spLocks noGrp="1" noChangeArrowheads="1"/>
          </p:cNvSpPr>
          <p:nvPr>
            <p:ph type="body" idx="1"/>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p>
            <a:endParaRPr lang="en-IN"/>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IN"/>
          </a:p>
        </p:txBody>
      </p:sp>
      <p:sp>
        <p:nvSpPr>
          <p:cNvPr id="6" name="Slide Number Placeholder 5"/>
          <p:cNvSpPr>
            <a:spLocks noGrp="1"/>
          </p:cNvSpPr>
          <p:nvPr>
            <p:ph type="sldNum" sz="quarter" idx="12"/>
          </p:nvPr>
        </p:nvSpPr>
        <p:spPr/>
        <p:txBody>
          <a:bodyPr/>
          <a:lstStyle/>
          <a:p>
            <a:fld id="{08FC1071-F2DF-4CA9-AA63-FF97A16BD739}" type="slidenum">
              <a:rPr lang="en-IN" smtClean="0"/>
              <a:t>‹#›</a:t>
            </a:fld>
            <a:endParaRPr lang="en-IN"/>
          </a:p>
        </p:txBody>
      </p:sp>
    </p:spTree>
    <p:extLst>
      <p:ext uri="{BB962C8B-B14F-4D97-AF65-F5344CB8AC3E}">
        <p14:creationId xmlns:p14="http://schemas.microsoft.com/office/powerpoint/2010/main" val="26550812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856" y="0"/>
            <a:ext cx="9147855" cy="548680"/>
          </a:xfrm>
        </p:spPr>
        <p:txBody>
          <a:bodyPr>
            <a:normAutofit/>
          </a:bodyPr>
          <a:lstStyle>
            <a:lvl1pPr algn="l">
              <a:defRPr sz="2800" b="1"/>
            </a:lvl1pPr>
          </a:lstStyle>
          <a:p>
            <a:r>
              <a:rPr lang="en-US" smtClean="0"/>
              <a:t>Click to edit Master title style</a:t>
            </a:r>
            <a:endParaRPr lang="en-IN"/>
          </a:p>
        </p:txBody>
      </p:sp>
      <p:sp>
        <p:nvSpPr>
          <p:cNvPr id="3" name="Content Placeholder 2"/>
          <p:cNvSpPr>
            <a:spLocks noGrp="1"/>
          </p:cNvSpPr>
          <p:nvPr>
            <p:ph idx="1"/>
          </p:nvPr>
        </p:nvSpPr>
        <p:spPr>
          <a:xfrm>
            <a:off x="0" y="764704"/>
            <a:ext cx="9144000" cy="5400600"/>
          </a:xfrm>
        </p:spPr>
        <p:txBody>
          <a:bodyPr>
            <a:normAutofit/>
          </a:bodyPr>
          <a:lstStyle>
            <a:lvl1pPr>
              <a:defRPr sz="2400"/>
            </a:lvl1pPr>
            <a:lvl2pPr>
              <a:defRPr sz="2000"/>
            </a:lvl2pPr>
            <a:lvl3pPr>
              <a:defRPr sz="1800"/>
            </a:lvl3pPr>
            <a:lvl4pPr>
              <a:defRPr sz="1600"/>
            </a:lvl4pPr>
            <a:lvl5pPr>
              <a:defRPr sz="16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Slide Number Placeholder 5"/>
          <p:cNvSpPr>
            <a:spLocks noGrp="1"/>
          </p:cNvSpPr>
          <p:nvPr>
            <p:ph type="sldNum" sz="quarter" idx="12"/>
          </p:nvPr>
        </p:nvSpPr>
        <p:spPr>
          <a:xfrm>
            <a:off x="0" y="6492064"/>
            <a:ext cx="395064" cy="365125"/>
          </a:xfrm>
        </p:spPr>
        <p:txBody>
          <a:bodyPr/>
          <a:lstStyle>
            <a:lvl1pPr algn="ctr">
              <a:defRPr/>
            </a:lvl1pPr>
          </a:lstStyle>
          <a:p>
            <a:fld id="{08FC1071-F2DF-4CA9-AA63-FF97A16BD739}" type="slidenum">
              <a:rPr lang="en-IN" smtClean="0"/>
              <a:pPr/>
              <a:t>‹#›</a:t>
            </a:fld>
            <a:endParaRPr lang="en-IN"/>
          </a:p>
        </p:txBody>
      </p:sp>
    </p:spTree>
    <p:extLst>
      <p:ext uri="{BB962C8B-B14F-4D97-AF65-F5344CB8AC3E}">
        <p14:creationId xmlns:p14="http://schemas.microsoft.com/office/powerpoint/2010/main" val="13215317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endParaRPr lang="en-IN"/>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IN"/>
          </a:p>
        </p:txBody>
      </p:sp>
      <p:sp>
        <p:nvSpPr>
          <p:cNvPr id="6" name="Slide Number Placeholder 5"/>
          <p:cNvSpPr>
            <a:spLocks noGrp="1"/>
          </p:cNvSpPr>
          <p:nvPr>
            <p:ph type="sldNum" sz="quarter" idx="12"/>
          </p:nvPr>
        </p:nvSpPr>
        <p:spPr/>
        <p:txBody>
          <a:bodyPr/>
          <a:lstStyle/>
          <a:p>
            <a:fld id="{08FC1071-F2DF-4CA9-AA63-FF97A16BD739}" type="slidenum">
              <a:rPr lang="en-IN" smtClean="0"/>
              <a:t>‹#›</a:t>
            </a:fld>
            <a:endParaRPr lang="en-IN"/>
          </a:p>
        </p:txBody>
      </p:sp>
    </p:spTree>
    <p:extLst>
      <p:ext uri="{BB962C8B-B14F-4D97-AF65-F5344CB8AC3E}">
        <p14:creationId xmlns:p14="http://schemas.microsoft.com/office/powerpoint/2010/main" val="20553960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a:xfrm>
            <a:off x="457200" y="6356350"/>
            <a:ext cx="2133600" cy="365125"/>
          </a:xfrm>
          <a:prstGeom prst="rect">
            <a:avLst/>
          </a:prstGeom>
        </p:spPr>
        <p:txBody>
          <a:bodyPr/>
          <a:lstStyle/>
          <a:p>
            <a:endParaRPr lang="en-IN"/>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endParaRPr lang="en-IN"/>
          </a:p>
        </p:txBody>
      </p:sp>
      <p:sp>
        <p:nvSpPr>
          <p:cNvPr id="7" name="Slide Number Placeholder 6"/>
          <p:cNvSpPr>
            <a:spLocks noGrp="1"/>
          </p:cNvSpPr>
          <p:nvPr>
            <p:ph type="sldNum" sz="quarter" idx="12"/>
          </p:nvPr>
        </p:nvSpPr>
        <p:spPr/>
        <p:txBody>
          <a:bodyPr/>
          <a:lstStyle/>
          <a:p>
            <a:fld id="{08FC1071-F2DF-4CA9-AA63-FF97A16BD739}" type="slidenum">
              <a:rPr lang="en-IN" smtClean="0"/>
              <a:t>‹#›</a:t>
            </a:fld>
            <a:endParaRPr lang="en-IN"/>
          </a:p>
        </p:txBody>
      </p:sp>
    </p:spTree>
    <p:extLst>
      <p:ext uri="{BB962C8B-B14F-4D97-AF65-F5344CB8AC3E}">
        <p14:creationId xmlns:p14="http://schemas.microsoft.com/office/powerpoint/2010/main" val="10957118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a:xfrm>
            <a:off x="457200" y="6356350"/>
            <a:ext cx="2133600" cy="365125"/>
          </a:xfrm>
          <a:prstGeom prst="rect">
            <a:avLst/>
          </a:prstGeom>
        </p:spPr>
        <p:txBody>
          <a:bodyPr/>
          <a:lstStyle/>
          <a:p>
            <a:endParaRPr lang="en-IN"/>
          </a:p>
        </p:txBody>
      </p:sp>
      <p:sp>
        <p:nvSpPr>
          <p:cNvPr id="8" name="Footer Placeholder 7"/>
          <p:cNvSpPr>
            <a:spLocks noGrp="1"/>
          </p:cNvSpPr>
          <p:nvPr>
            <p:ph type="ftr" sz="quarter" idx="11"/>
          </p:nvPr>
        </p:nvSpPr>
        <p:spPr>
          <a:xfrm>
            <a:off x="3124200" y="6356350"/>
            <a:ext cx="2895600" cy="365125"/>
          </a:xfrm>
          <a:prstGeom prst="rect">
            <a:avLst/>
          </a:prstGeom>
        </p:spPr>
        <p:txBody>
          <a:bodyPr/>
          <a:lstStyle/>
          <a:p>
            <a:endParaRPr lang="en-IN"/>
          </a:p>
        </p:txBody>
      </p:sp>
      <p:sp>
        <p:nvSpPr>
          <p:cNvPr id="9" name="Slide Number Placeholder 8"/>
          <p:cNvSpPr>
            <a:spLocks noGrp="1"/>
          </p:cNvSpPr>
          <p:nvPr>
            <p:ph type="sldNum" sz="quarter" idx="12"/>
          </p:nvPr>
        </p:nvSpPr>
        <p:spPr/>
        <p:txBody>
          <a:bodyPr/>
          <a:lstStyle/>
          <a:p>
            <a:fld id="{08FC1071-F2DF-4CA9-AA63-FF97A16BD739}" type="slidenum">
              <a:rPr lang="en-IN" smtClean="0"/>
              <a:t>‹#›</a:t>
            </a:fld>
            <a:endParaRPr lang="en-IN"/>
          </a:p>
        </p:txBody>
      </p:sp>
    </p:spTree>
    <p:extLst>
      <p:ext uri="{BB962C8B-B14F-4D97-AF65-F5344CB8AC3E}">
        <p14:creationId xmlns:p14="http://schemas.microsoft.com/office/powerpoint/2010/main" val="15469192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a:xfrm>
            <a:off x="457200" y="6356350"/>
            <a:ext cx="2133600" cy="365125"/>
          </a:xfrm>
          <a:prstGeom prst="rect">
            <a:avLst/>
          </a:prstGeom>
        </p:spPr>
        <p:txBody>
          <a:bodyPr/>
          <a:lstStyle/>
          <a:p>
            <a:endParaRPr lang="en-IN"/>
          </a:p>
        </p:txBody>
      </p:sp>
      <p:sp>
        <p:nvSpPr>
          <p:cNvPr id="4" name="Footer Placeholder 3"/>
          <p:cNvSpPr>
            <a:spLocks noGrp="1"/>
          </p:cNvSpPr>
          <p:nvPr>
            <p:ph type="ftr" sz="quarter" idx="11"/>
          </p:nvPr>
        </p:nvSpPr>
        <p:spPr>
          <a:xfrm>
            <a:off x="3124200" y="6356350"/>
            <a:ext cx="2895600" cy="365125"/>
          </a:xfrm>
          <a:prstGeom prst="rect">
            <a:avLst/>
          </a:prstGeom>
        </p:spPr>
        <p:txBody>
          <a:bodyPr/>
          <a:lstStyle/>
          <a:p>
            <a:endParaRPr lang="en-IN"/>
          </a:p>
        </p:txBody>
      </p:sp>
      <p:sp>
        <p:nvSpPr>
          <p:cNvPr id="5" name="Slide Number Placeholder 4"/>
          <p:cNvSpPr>
            <a:spLocks noGrp="1"/>
          </p:cNvSpPr>
          <p:nvPr>
            <p:ph type="sldNum" sz="quarter" idx="12"/>
          </p:nvPr>
        </p:nvSpPr>
        <p:spPr/>
        <p:txBody>
          <a:bodyPr/>
          <a:lstStyle/>
          <a:p>
            <a:fld id="{08FC1071-F2DF-4CA9-AA63-FF97A16BD739}" type="slidenum">
              <a:rPr lang="en-IN" smtClean="0"/>
              <a:t>‹#›</a:t>
            </a:fld>
            <a:endParaRPr lang="en-IN"/>
          </a:p>
        </p:txBody>
      </p:sp>
    </p:spTree>
    <p:extLst>
      <p:ext uri="{BB962C8B-B14F-4D97-AF65-F5344CB8AC3E}">
        <p14:creationId xmlns:p14="http://schemas.microsoft.com/office/powerpoint/2010/main" val="16157710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a:prstGeom prst="rect">
            <a:avLst/>
          </a:prstGeom>
        </p:spPr>
        <p:txBody>
          <a:bodyPr/>
          <a:lstStyle/>
          <a:p>
            <a:endParaRPr lang="en-IN"/>
          </a:p>
        </p:txBody>
      </p:sp>
      <p:sp>
        <p:nvSpPr>
          <p:cNvPr id="3" name="Footer Placeholder 2"/>
          <p:cNvSpPr>
            <a:spLocks noGrp="1"/>
          </p:cNvSpPr>
          <p:nvPr>
            <p:ph type="ftr" sz="quarter" idx="11"/>
          </p:nvPr>
        </p:nvSpPr>
        <p:spPr>
          <a:xfrm>
            <a:off x="3124200" y="6356350"/>
            <a:ext cx="2895600" cy="365125"/>
          </a:xfrm>
          <a:prstGeom prst="rect">
            <a:avLst/>
          </a:prstGeom>
        </p:spPr>
        <p:txBody>
          <a:bodyPr/>
          <a:lstStyle/>
          <a:p>
            <a:endParaRPr lang="en-IN"/>
          </a:p>
        </p:txBody>
      </p:sp>
      <p:sp>
        <p:nvSpPr>
          <p:cNvPr id="4" name="Slide Number Placeholder 3"/>
          <p:cNvSpPr>
            <a:spLocks noGrp="1"/>
          </p:cNvSpPr>
          <p:nvPr>
            <p:ph type="sldNum" sz="quarter" idx="12"/>
          </p:nvPr>
        </p:nvSpPr>
        <p:spPr/>
        <p:txBody>
          <a:bodyPr/>
          <a:lstStyle/>
          <a:p>
            <a:fld id="{08FC1071-F2DF-4CA9-AA63-FF97A16BD739}" type="slidenum">
              <a:rPr lang="en-IN" smtClean="0"/>
              <a:t>‹#›</a:t>
            </a:fld>
            <a:endParaRPr lang="en-IN"/>
          </a:p>
        </p:txBody>
      </p:sp>
    </p:spTree>
    <p:extLst>
      <p:ext uri="{BB962C8B-B14F-4D97-AF65-F5344CB8AC3E}">
        <p14:creationId xmlns:p14="http://schemas.microsoft.com/office/powerpoint/2010/main" val="42048567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endParaRPr lang="en-IN"/>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endParaRPr lang="en-IN"/>
          </a:p>
        </p:txBody>
      </p:sp>
      <p:sp>
        <p:nvSpPr>
          <p:cNvPr id="7" name="Slide Number Placeholder 6"/>
          <p:cNvSpPr>
            <a:spLocks noGrp="1"/>
          </p:cNvSpPr>
          <p:nvPr>
            <p:ph type="sldNum" sz="quarter" idx="12"/>
          </p:nvPr>
        </p:nvSpPr>
        <p:spPr/>
        <p:txBody>
          <a:bodyPr/>
          <a:lstStyle/>
          <a:p>
            <a:fld id="{08FC1071-F2DF-4CA9-AA63-FF97A16BD739}" type="slidenum">
              <a:rPr lang="en-IN" smtClean="0"/>
              <a:t>‹#›</a:t>
            </a:fld>
            <a:endParaRPr lang="en-IN"/>
          </a:p>
        </p:txBody>
      </p:sp>
    </p:spTree>
    <p:extLst>
      <p:ext uri="{BB962C8B-B14F-4D97-AF65-F5344CB8AC3E}">
        <p14:creationId xmlns:p14="http://schemas.microsoft.com/office/powerpoint/2010/main" val="19618540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endParaRPr lang="en-IN"/>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endParaRPr lang="en-IN"/>
          </a:p>
        </p:txBody>
      </p:sp>
      <p:sp>
        <p:nvSpPr>
          <p:cNvPr id="7" name="Slide Number Placeholder 6"/>
          <p:cNvSpPr>
            <a:spLocks noGrp="1"/>
          </p:cNvSpPr>
          <p:nvPr>
            <p:ph type="sldNum" sz="quarter" idx="12"/>
          </p:nvPr>
        </p:nvSpPr>
        <p:spPr/>
        <p:txBody>
          <a:bodyPr/>
          <a:lstStyle/>
          <a:p>
            <a:fld id="{08FC1071-F2DF-4CA9-AA63-FF97A16BD739}" type="slidenum">
              <a:rPr lang="en-IN" smtClean="0"/>
              <a:t>‹#›</a:t>
            </a:fld>
            <a:endParaRPr lang="en-IN"/>
          </a:p>
        </p:txBody>
      </p:sp>
    </p:spTree>
    <p:extLst>
      <p:ext uri="{BB962C8B-B14F-4D97-AF65-F5344CB8AC3E}">
        <p14:creationId xmlns:p14="http://schemas.microsoft.com/office/powerpoint/2010/main" val="30292711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p>
            <a:endParaRPr lang="en-IN"/>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IN"/>
          </a:p>
        </p:txBody>
      </p:sp>
      <p:sp>
        <p:nvSpPr>
          <p:cNvPr id="6" name="Slide Number Placeholder 5"/>
          <p:cNvSpPr>
            <a:spLocks noGrp="1"/>
          </p:cNvSpPr>
          <p:nvPr>
            <p:ph type="sldNum" sz="quarter" idx="12"/>
          </p:nvPr>
        </p:nvSpPr>
        <p:spPr/>
        <p:txBody>
          <a:bodyPr/>
          <a:lstStyle/>
          <a:p>
            <a:fld id="{08FC1071-F2DF-4CA9-AA63-FF97A16BD739}" type="slidenum">
              <a:rPr lang="en-IN" smtClean="0"/>
              <a:t>‹#›</a:t>
            </a:fld>
            <a:endParaRPr lang="en-IN"/>
          </a:p>
        </p:txBody>
      </p:sp>
    </p:spTree>
    <p:extLst>
      <p:ext uri="{BB962C8B-B14F-4D97-AF65-F5344CB8AC3E}">
        <p14:creationId xmlns:p14="http://schemas.microsoft.com/office/powerpoint/2010/main" val="37076774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p>
            <a:endParaRPr lang="en-IN"/>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IN"/>
          </a:p>
        </p:txBody>
      </p:sp>
      <p:sp>
        <p:nvSpPr>
          <p:cNvPr id="6" name="Slide Number Placeholder 5"/>
          <p:cNvSpPr>
            <a:spLocks noGrp="1"/>
          </p:cNvSpPr>
          <p:nvPr>
            <p:ph type="sldNum" sz="quarter" idx="12"/>
          </p:nvPr>
        </p:nvSpPr>
        <p:spPr/>
        <p:txBody>
          <a:bodyPr/>
          <a:lstStyle/>
          <a:p>
            <a:fld id="{08FC1071-F2DF-4CA9-AA63-FF97A16BD739}" type="slidenum">
              <a:rPr lang="en-IN" smtClean="0"/>
              <a:t>‹#›</a:t>
            </a:fld>
            <a:endParaRPr lang="en-IN"/>
          </a:p>
        </p:txBody>
      </p:sp>
    </p:spTree>
    <p:extLst>
      <p:ext uri="{BB962C8B-B14F-4D97-AF65-F5344CB8AC3E}">
        <p14:creationId xmlns:p14="http://schemas.microsoft.com/office/powerpoint/2010/main" val="10530884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9676" y="8721"/>
            <a:ext cx="9163676" cy="490066"/>
          </a:xfrm>
          <a:prstGeom prst="rect">
            <a:avLst/>
          </a:prstGeom>
        </p:spPr>
        <p:txBody>
          <a:bodyPr vert="horz" lIns="91440" tIns="45720" rIns="91440" bIns="45720" rtlCol="0" anchor="ctr">
            <a:normAutofit/>
          </a:bodyPr>
          <a:lstStyle/>
          <a:p>
            <a:pPr lvl="0" algn="l"/>
            <a:r>
              <a:rPr lang="en-US" smtClean="0"/>
              <a:t>Click to edit Master title style</a:t>
            </a:r>
            <a:endParaRPr lang="en-IN"/>
          </a:p>
        </p:txBody>
      </p:sp>
      <p:sp>
        <p:nvSpPr>
          <p:cNvPr id="3" name="Text Placeholder 2"/>
          <p:cNvSpPr>
            <a:spLocks noGrp="1"/>
          </p:cNvSpPr>
          <p:nvPr>
            <p:ph type="body" idx="1"/>
          </p:nvPr>
        </p:nvSpPr>
        <p:spPr>
          <a:xfrm>
            <a:off x="0" y="620688"/>
            <a:ext cx="9144000" cy="5688632"/>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
        <p:nvSpPr>
          <p:cNvPr id="6" name="Slide Number Placeholder 5"/>
          <p:cNvSpPr>
            <a:spLocks noGrp="1"/>
          </p:cNvSpPr>
          <p:nvPr>
            <p:ph type="sldNum" sz="quarter" idx="4"/>
          </p:nvPr>
        </p:nvSpPr>
        <p:spPr>
          <a:xfrm>
            <a:off x="0" y="6492875"/>
            <a:ext cx="467072"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fld id="{08FC1071-F2DF-4CA9-AA63-FF97A16BD739}" type="slidenum">
              <a:rPr lang="en-IN" smtClean="0"/>
              <a:pPr/>
              <a:t>‹#›</a:t>
            </a:fld>
            <a:endParaRPr lang="en-IN"/>
          </a:p>
        </p:txBody>
      </p:sp>
    </p:spTree>
    <p:extLst>
      <p:ext uri="{BB962C8B-B14F-4D97-AF65-F5344CB8AC3E}">
        <p14:creationId xmlns:p14="http://schemas.microsoft.com/office/powerpoint/2010/main" val="38886460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lang="en-IN" sz="2800" b="1" kern="1200" smtClean="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hyperlink" Target="http://localhost:8888/notebooks/HR%20Salary%20Prediction-2nd%20Interim.ipynb" TargetMode="External"/><Relationship Id="rId4" Type="http://schemas.openxmlformats.org/officeDocument/2006/relationships/hyperlink" Target="https://github.com/23f3000896/-TCS-iON-RIO-125-HR-Salary-Dashboard---Train-the-Dataset-and-Predict-the-Salary-by-TCS-iON"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287449"/>
            <a:ext cx="9144000" cy="1080120"/>
          </a:xfrm>
        </p:spPr>
        <p:txBody>
          <a:bodyPr>
            <a:normAutofit fontScale="90000"/>
          </a:bodyPr>
          <a:lstStyle/>
          <a:p>
            <a:pPr fontAlgn="base">
              <a:spcAft>
                <a:spcPct val="0"/>
              </a:spcAft>
            </a:pPr>
            <a:r>
              <a:rPr lang="en-US" sz="2700" dirty="0" smtClean="0">
                <a:ea typeface="Droid Sans Fallback"/>
                <a:cs typeface="Times New Roman" pitchFamily="18" charset="0"/>
              </a:rPr>
              <a:t>HR Salary Dashboard – Train the Dataset and Predict Salary </a:t>
            </a:r>
            <a:r>
              <a:rPr lang="en-US" sz="2000" dirty="0" smtClean="0">
                <a:ea typeface="Droid Sans Fallback"/>
                <a:cs typeface="Times New Roman" pitchFamily="18" charset="0"/>
              </a:rPr>
              <a:t/>
            </a:r>
            <a:br>
              <a:rPr lang="en-US" sz="2000" dirty="0" smtClean="0">
                <a:ea typeface="Droid Sans Fallback"/>
                <a:cs typeface="Times New Roman" pitchFamily="18" charset="0"/>
              </a:rPr>
            </a:br>
            <a:r>
              <a:rPr lang="en-US" sz="2400" dirty="0" smtClean="0">
                <a:ea typeface="Droid Sans Fallback"/>
                <a:cs typeface="Times New Roman" pitchFamily="18" charset="0"/>
              </a:rPr>
              <a:t>Project Synopsis </a:t>
            </a:r>
            <a:r>
              <a:rPr lang="en-US" sz="2400" dirty="0">
                <a:ea typeface="Droid Sans Fallback"/>
                <a:cs typeface="Times New Roman" pitchFamily="18" charset="0"/>
              </a:rPr>
              <a:t>Presentation </a:t>
            </a:r>
            <a:r>
              <a:rPr lang="en-US" sz="2400" dirty="0" smtClean="0">
                <a:ea typeface="Droid Sans Fallback"/>
                <a:cs typeface="Times New Roman" pitchFamily="18" charset="0"/>
              </a:rPr>
              <a:t/>
            </a:r>
            <a:br>
              <a:rPr lang="en-US" sz="2400" dirty="0" smtClean="0">
                <a:ea typeface="Droid Sans Fallback"/>
                <a:cs typeface="Times New Roman" pitchFamily="18" charset="0"/>
              </a:rPr>
            </a:br>
            <a:r>
              <a:rPr lang="en-US" sz="2000" dirty="0" smtClean="0">
                <a:solidFill>
                  <a:srgbClr val="0033CC"/>
                </a:solidFill>
                <a:latin typeface="Calibri" pitchFamily="34" charset="0"/>
                <a:ea typeface="Droid Sans Fallback"/>
                <a:cs typeface="Times New Roman" pitchFamily="18" charset="0"/>
              </a:rPr>
              <a:t>Date</a:t>
            </a:r>
            <a:r>
              <a:rPr lang="en-US" sz="2000" dirty="0">
                <a:solidFill>
                  <a:srgbClr val="0033CC"/>
                </a:solidFill>
                <a:latin typeface="Calibri" pitchFamily="34" charset="0"/>
                <a:ea typeface="Droid Sans Fallback"/>
                <a:cs typeface="Times New Roman" pitchFamily="18" charset="0"/>
              </a:rPr>
              <a:t>: </a:t>
            </a:r>
            <a:r>
              <a:rPr lang="en-US" sz="2000" dirty="0" smtClean="0">
                <a:solidFill>
                  <a:srgbClr val="0033CC"/>
                </a:solidFill>
                <a:latin typeface="Calibri" pitchFamily="34" charset="0"/>
                <a:ea typeface="Droid Sans Fallback"/>
                <a:cs typeface="Times New Roman" pitchFamily="18" charset="0"/>
              </a:rPr>
              <a:t>06/10/2025</a:t>
            </a:r>
            <a:endParaRPr lang="en-IN" sz="2000" dirty="0"/>
          </a:p>
        </p:txBody>
      </p:sp>
      <p:sp>
        <p:nvSpPr>
          <p:cNvPr id="5" name="Rectangle 4"/>
          <p:cNvSpPr/>
          <p:nvPr/>
        </p:nvSpPr>
        <p:spPr>
          <a:xfrm>
            <a:off x="2323783" y="1585264"/>
            <a:ext cx="4968552" cy="144016"/>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dirty="0"/>
          </a:p>
        </p:txBody>
      </p:sp>
      <p:sp>
        <p:nvSpPr>
          <p:cNvPr id="3" name="Rectangle 2"/>
          <p:cNvSpPr/>
          <p:nvPr/>
        </p:nvSpPr>
        <p:spPr>
          <a:xfrm>
            <a:off x="861224" y="6122424"/>
            <a:ext cx="7848872" cy="646331"/>
          </a:xfrm>
          <a:prstGeom prst="rect">
            <a:avLst/>
          </a:prstGeom>
        </p:spPr>
        <p:txBody>
          <a:bodyPr wrap="square">
            <a:spAutoFit/>
          </a:bodyPr>
          <a:lstStyle/>
          <a:p>
            <a:pPr lvl="0" algn="ctr" eaLnBrk="0" fontAlgn="base" hangingPunct="0">
              <a:spcBef>
                <a:spcPct val="0"/>
              </a:spcBef>
              <a:spcAft>
                <a:spcPct val="0"/>
              </a:spcAft>
            </a:pPr>
            <a:r>
              <a:rPr lang="en-US" b="1" dirty="0">
                <a:latin typeface="Calibri" pitchFamily="34" charset="0"/>
                <a:ea typeface="Droid Sans Fallback"/>
                <a:cs typeface="Calibri" pitchFamily="34" charset="0"/>
              </a:rPr>
              <a:t>FACULTY OF ENGINEERING &amp; COMPUTING SCIENCES</a:t>
            </a:r>
            <a:endParaRPr lang="en-US" sz="700" dirty="0">
              <a:latin typeface="Arial" pitchFamily="34" charset="0"/>
              <a:cs typeface="Arial" pitchFamily="34" charset="0"/>
            </a:endParaRPr>
          </a:p>
          <a:p>
            <a:pPr lvl="0" algn="ctr" eaLnBrk="0" fontAlgn="base" hangingPunct="0">
              <a:spcBef>
                <a:spcPct val="0"/>
              </a:spcBef>
              <a:spcAft>
                <a:spcPct val="0"/>
              </a:spcAft>
            </a:pPr>
            <a:r>
              <a:rPr lang="en-US" b="1" dirty="0" smtClean="0">
                <a:latin typeface="Calibri" pitchFamily="34" charset="0"/>
                <a:ea typeface="Droid Sans Fallback"/>
                <a:cs typeface="Calibri" pitchFamily="34" charset="0"/>
              </a:rPr>
              <a:t>TEERTHANKER </a:t>
            </a:r>
            <a:r>
              <a:rPr lang="en-US" b="1" dirty="0">
                <a:latin typeface="Calibri" pitchFamily="34" charset="0"/>
                <a:ea typeface="Droid Sans Fallback"/>
                <a:cs typeface="Calibri" pitchFamily="34" charset="0"/>
              </a:rPr>
              <a:t>MAHAVEER UNIVERSITY, MORADABAD</a:t>
            </a:r>
            <a:endParaRPr lang="en-US" b="1" dirty="0">
              <a:latin typeface="Arial" pitchFamily="34" charset="0"/>
              <a:ea typeface="Droid Sans Fallback"/>
              <a:cs typeface="Calibri" pitchFamily="34" charset="0"/>
            </a:endParaRPr>
          </a:p>
        </p:txBody>
      </p:sp>
      <p:pic>
        <p:nvPicPr>
          <p:cNvPr id="7" name="Picture 1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081301" y="4854798"/>
            <a:ext cx="1204101" cy="1085779"/>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4427984" y="3198718"/>
            <a:ext cx="4572000" cy="646331"/>
          </a:xfrm>
          <a:prstGeom prst="rect">
            <a:avLst/>
          </a:prstGeom>
        </p:spPr>
        <p:txBody>
          <a:bodyPr>
            <a:spAutoFit/>
          </a:bodyPr>
          <a:lstStyle/>
          <a:p>
            <a:pPr lvl="0" algn="ctr" eaLnBrk="0" fontAlgn="base" hangingPunct="0">
              <a:spcBef>
                <a:spcPct val="0"/>
              </a:spcBef>
              <a:spcAft>
                <a:spcPct val="0"/>
              </a:spcAft>
            </a:pPr>
            <a:r>
              <a:rPr lang="en-US" b="1" dirty="0" smtClean="0">
                <a:solidFill>
                  <a:srgbClr val="0033CC"/>
                </a:solidFill>
                <a:latin typeface="Calibri" pitchFamily="34" charset="0"/>
                <a:ea typeface="Droid Sans Fallback"/>
                <a:cs typeface="Times New Roman" pitchFamily="18" charset="0"/>
              </a:rPr>
              <a:t>Submitted By:</a:t>
            </a:r>
            <a:endParaRPr lang="en-US" b="1" dirty="0" smtClean="0">
              <a:solidFill>
                <a:srgbClr val="0033CC"/>
              </a:solidFill>
              <a:latin typeface="Arial" pitchFamily="34" charset="0"/>
              <a:cs typeface="Arial" pitchFamily="34" charset="0"/>
            </a:endParaRPr>
          </a:p>
          <a:p>
            <a:pPr lvl="0" algn="ctr" eaLnBrk="0" fontAlgn="base" hangingPunct="0">
              <a:spcBef>
                <a:spcPct val="0"/>
              </a:spcBef>
              <a:spcAft>
                <a:spcPct val="0"/>
              </a:spcAft>
            </a:pPr>
            <a:r>
              <a:rPr lang="en-US" dirty="0" err="1" smtClean="0">
                <a:solidFill>
                  <a:srgbClr val="0033CC"/>
                </a:solidFill>
                <a:latin typeface="Calibri" pitchFamily="34" charset="0"/>
                <a:cs typeface="Times New Roman" pitchFamily="18" charset="0"/>
              </a:rPr>
              <a:t>Darshil</a:t>
            </a:r>
            <a:r>
              <a:rPr lang="en-US" dirty="0" smtClean="0">
                <a:solidFill>
                  <a:srgbClr val="0033CC"/>
                </a:solidFill>
                <a:latin typeface="Calibri" pitchFamily="34" charset="0"/>
                <a:cs typeface="Times New Roman" pitchFamily="18" charset="0"/>
              </a:rPr>
              <a:t> Jain (TCA2365006)</a:t>
            </a:r>
            <a:endParaRPr lang="en-US" dirty="0">
              <a:solidFill>
                <a:srgbClr val="0033CC"/>
              </a:solidFill>
              <a:latin typeface="Arial" pitchFamily="34" charset="0"/>
              <a:cs typeface="Arial" pitchFamily="34" charset="0"/>
            </a:endParaRPr>
          </a:p>
        </p:txBody>
      </p:sp>
      <p:sp>
        <p:nvSpPr>
          <p:cNvPr id="9" name="Rectangle 8"/>
          <p:cNvSpPr/>
          <p:nvPr/>
        </p:nvSpPr>
        <p:spPr>
          <a:xfrm>
            <a:off x="183733" y="3198719"/>
            <a:ext cx="3740195" cy="646331"/>
          </a:xfrm>
          <a:prstGeom prst="rect">
            <a:avLst/>
          </a:prstGeom>
        </p:spPr>
        <p:txBody>
          <a:bodyPr wrap="square">
            <a:spAutoFit/>
          </a:bodyPr>
          <a:lstStyle/>
          <a:p>
            <a:pPr lvl="0" algn="ctr" eaLnBrk="0" fontAlgn="base" hangingPunct="0">
              <a:spcBef>
                <a:spcPct val="0"/>
              </a:spcBef>
              <a:spcAft>
                <a:spcPct val="0"/>
              </a:spcAft>
            </a:pPr>
            <a:r>
              <a:rPr lang="en-US" b="1" dirty="0" smtClean="0">
                <a:solidFill>
                  <a:srgbClr val="0033CC"/>
                </a:solidFill>
                <a:latin typeface="Calibri" pitchFamily="34" charset="0"/>
                <a:ea typeface="Droid Sans Fallback"/>
                <a:cs typeface="Times New Roman" pitchFamily="18" charset="0"/>
              </a:rPr>
              <a:t>Project Guide:</a:t>
            </a:r>
          </a:p>
          <a:p>
            <a:pPr lvl="0" algn="ctr" eaLnBrk="0" fontAlgn="base" hangingPunct="0">
              <a:spcBef>
                <a:spcPct val="0"/>
              </a:spcBef>
              <a:spcAft>
                <a:spcPct val="0"/>
              </a:spcAft>
            </a:pPr>
            <a:r>
              <a:rPr lang="en-US" dirty="0" err="1" smtClean="0">
                <a:solidFill>
                  <a:srgbClr val="0033CC"/>
                </a:solidFill>
                <a:latin typeface="Calibri" pitchFamily="34" charset="0"/>
                <a:cs typeface="Times New Roman" pitchFamily="18" charset="0"/>
              </a:rPr>
              <a:t>Mr</a:t>
            </a:r>
            <a:r>
              <a:rPr lang="en-US" dirty="0" smtClean="0">
                <a:solidFill>
                  <a:srgbClr val="0033CC"/>
                </a:solidFill>
                <a:latin typeface="Calibri" pitchFamily="34" charset="0"/>
                <a:cs typeface="Times New Roman" pitchFamily="18" charset="0"/>
              </a:rPr>
              <a:t> Ajay </a:t>
            </a:r>
            <a:r>
              <a:rPr lang="en-US" dirty="0" err="1" smtClean="0">
                <a:solidFill>
                  <a:srgbClr val="0033CC"/>
                </a:solidFill>
                <a:latin typeface="Calibri" pitchFamily="34" charset="0"/>
                <a:cs typeface="Times New Roman" pitchFamily="18" charset="0"/>
              </a:rPr>
              <a:t>Rastogi</a:t>
            </a:r>
            <a:endParaRPr lang="en-US" dirty="0">
              <a:solidFill>
                <a:srgbClr val="0033CC"/>
              </a:solidFill>
              <a:latin typeface="Arial" pitchFamily="34" charset="0"/>
              <a:cs typeface="Arial" pitchFamily="34" charset="0"/>
            </a:endParaRPr>
          </a:p>
        </p:txBody>
      </p:sp>
      <p:sp>
        <p:nvSpPr>
          <p:cNvPr id="10" name="Rectangle 9"/>
          <p:cNvSpPr/>
          <p:nvPr/>
        </p:nvSpPr>
        <p:spPr>
          <a:xfrm>
            <a:off x="611559" y="1863247"/>
            <a:ext cx="8041741" cy="707886"/>
          </a:xfrm>
          <a:prstGeom prst="rect">
            <a:avLst/>
          </a:prstGeom>
        </p:spPr>
        <p:txBody>
          <a:bodyPr wrap="square">
            <a:spAutoFit/>
          </a:bodyPr>
          <a:lstStyle/>
          <a:p>
            <a:pPr lvl="0" algn="ctr" eaLnBrk="0" fontAlgn="base" hangingPunct="0">
              <a:spcBef>
                <a:spcPct val="0"/>
              </a:spcBef>
              <a:spcAft>
                <a:spcPct val="0"/>
              </a:spcAft>
            </a:pPr>
            <a:r>
              <a:rPr lang="en-US" sz="2000" b="1" dirty="0" smtClean="0">
                <a:latin typeface="Calibri" pitchFamily="34" charset="0"/>
                <a:ea typeface="Droid Sans Fallback"/>
                <a:cs typeface="Times New Roman" pitchFamily="18" charset="0"/>
              </a:rPr>
              <a:t>Industrial Training (ECS599)</a:t>
            </a:r>
            <a:endParaRPr lang="en-US" sz="2000" b="1" dirty="0">
              <a:latin typeface="Arial" pitchFamily="34" charset="0"/>
              <a:cs typeface="Arial" pitchFamily="34" charset="0"/>
            </a:endParaRPr>
          </a:p>
          <a:p>
            <a:pPr lvl="0" algn="ctr" eaLnBrk="0" fontAlgn="base" hangingPunct="0">
              <a:spcBef>
                <a:spcPct val="0"/>
              </a:spcBef>
              <a:spcAft>
                <a:spcPct val="0"/>
              </a:spcAft>
            </a:pPr>
            <a:r>
              <a:rPr lang="en-US" sz="2000" b="1" dirty="0" smtClean="0">
                <a:latin typeface="Calibri" pitchFamily="34" charset="0"/>
                <a:ea typeface="Droid Sans Fallback"/>
                <a:cs typeface="Times New Roman" pitchFamily="18" charset="0"/>
              </a:rPr>
              <a:t>Degree : </a:t>
            </a:r>
            <a:r>
              <a:rPr lang="en-US" sz="2000" b="1" dirty="0" err="1" smtClean="0">
                <a:solidFill>
                  <a:srgbClr val="FF0000"/>
                </a:solidFill>
                <a:latin typeface="Calibri" pitchFamily="34" charset="0"/>
                <a:ea typeface="Droid Sans Fallback"/>
                <a:cs typeface="Times New Roman" pitchFamily="18" charset="0"/>
              </a:rPr>
              <a:t>B.Tech</a:t>
            </a:r>
            <a:r>
              <a:rPr lang="en-US" sz="2000" b="1" dirty="0" smtClean="0">
                <a:solidFill>
                  <a:srgbClr val="FF0000"/>
                </a:solidFill>
                <a:latin typeface="Calibri" pitchFamily="34" charset="0"/>
                <a:ea typeface="Droid Sans Fallback"/>
                <a:cs typeface="Times New Roman" pitchFamily="18" charset="0"/>
              </a:rPr>
              <a:t>–CSE-Specialization in Data Science (in </a:t>
            </a:r>
            <a:r>
              <a:rPr lang="en-US" sz="2000" b="1" dirty="0" err="1" smtClean="0">
                <a:solidFill>
                  <a:srgbClr val="FF0000"/>
                </a:solidFill>
                <a:latin typeface="Calibri" pitchFamily="34" charset="0"/>
                <a:ea typeface="Droid Sans Fallback"/>
                <a:cs typeface="Times New Roman" pitchFamily="18" charset="0"/>
              </a:rPr>
              <a:t>collab</a:t>
            </a:r>
            <a:r>
              <a:rPr lang="en-US" sz="2000" b="1" dirty="0" smtClean="0">
                <a:solidFill>
                  <a:srgbClr val="FF0000"/>
                </a:solidFill>
                <a:latin typeface="Calibri" pitchFamily="34" charset="0"/>
                <a:ea typeface="Droid Sans Fallback"/>
                <a:cs typeface="Times New Roman" pitchFamily="18" charset="0"/>
              </a:rPr>
              <a:t> with </a:t>
            </a:r>
            <a:r>
              <a:rPr lang="en-US" sz="2000" b="1" dirty="0">
                <a:solidFill>
                  <a:srgbClr val="FF0000"/>
                </a:solidFill>
                <a:latin typeface="Calibri" pitchFamily="34" charset="0"/>
                <a:ea typeface="Droid Sans Fallback"/>
                <a:cs typeface="Times New Roman" pitchFamily="18" charset="0"/>
              </a:rPr>
              <a:t>TCS </a:t>
            </a:r>
            <a:r>
              <a:rPr lang="en-US" sz="2000" b="1" dirty="0" smtClean="0">
                <a:solidFill>
                  <a:srgbClr val="FF0000"/>
                </a:solidFill>
                <a:latin typeface="Calibri" pitchFamily="34" charset="0"/>
                <a:ea typeface="Droid Sans Fallback"/>
                <a:cs typeface="Times New Roman" pitchFamily="18" charset="0"/>
              </a:rPr>
              <a:t>ion)</a:t>
            </a:r>
            <a:endParaRPr lang="en-US" sz="2000" b="1" dirty="0" smtClean="0">
              <a:solidFill>
                <a:srgbClr val="FF0000"/>
              </a:solidFill>
              <a:latin typeface="Arial" pitchFamily="34" charset="0"/>
              <a:cs typeface="Arial" pitchFamily="34" charset="0"/>
            </a:endParaRPr>
          </a:p>
        </p:txBody>
      </p:sp>
    </p:spTree>
    <p:extLst>
      <p:ext uri="{BB962C8B-B14F-4D97-AF65-F5344CB8AC3E}">
        <p14:creationId xmlns:p14="http://schemas.microsoft.com/office/powerpoint/2010/main" val="364428739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IN"/>
          </a:p>
        </p:txBody>
      </p:sp>
      <p:sp>
        <p:nvSpPr>
          <p:cNvPr id="2" name="Slide Number Placeholder 1"/>
          <p:cNvSpPr>
            <a:spLocks noGrp="1"/>
          </p:cNvSpPr>
          <p:nvPr>
            <p:ph type="sldNum" sz="quarter" idx="12"/>
          </p:nvPr>
        </p:nvSpPr>
        <p:spPr/>
        <p:txBody>
          <a:bodyPr/>
          <a:lstStyle/>
          <a:p>
            <a:fld id="{08FC1071-F2DF-4CA9-AA63-FF97A16BD739}" type="slidenum">
              <a:rPr lang="en-IN" smtClean="0">
                <a:solidFill>
                  <a:schemeClr val="bg1"/>
                </a:solidFill>
              </a:rPr>
              <a:pPr/>
              <a:t>2</a:t>
            </a:fld>
            <a:endParaRPr lang="en-IN" dirty="0">
              <a:solidFill>
                <a:schemeClr val="bg1"/>
              </a:solidFill>
            </a:endParaRPr>
          </a:p>
        </p:txBody>
      </p:sp>
      <p:sp>
        <p:nvSpPr>
          <p:cNvPr id="485380" name="Rectangle 4"/>
          <p:cNvSpPr>
            <a:spLocks noChangeArrowheads="1"/>
          </p:cNvSpPr>
          <p:nvPr/>
        </p:nvSpPr>
        <p:spPr bwMode="auto">
          <a:xfrm>
            <a:off x="0" y="0"/>
            <a:ext cx="9144000" cy="914400"/>
          </a:xfrm>
          <a:prstGeom prst="rect">
            <a:avLst/>
          </a:prstGeom>
          <a:solidFill>
            <a:srgbClr val="71161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485381" name="Text Box 5"/>
          <p:cNvSpPr txBox="1">
            <a:spLocks noChangeArrowheads="1"/>
          </p:cNvSpPr>
          <p:nvPr/>
        </p:nvSpPr>
        <p:spPr bwMode="auto">
          <a:xfrm>
            <a:off x="0" y="0"/>
            <a:ext cx="617271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a:spcBef>
                <a:spcPct val="50000"/>
              </a:spcBef>
              <a:defRPr sz="2400" b="1">
                <a:solidFill>
                  <a:schemeClr val="bg1"/>
                </a:solidFill>
                <a:latin typeface="Calibri" pitchFamily="34" charset="0"/>
                <a:ea typeface="ＭＳ Ｐゴシック" pitchFamily="-28" charset="-128"/>
              </a:defRPr>
            </a:lvl1pPr>
          </a:lstStyle>
          <a:p>
            <a:r>
              <a:rPr lang="en-US" dirty="0" smtClean="0"/>
              <a:t>Team Details</a:t>
            </a:r>
            <a:endParaRPr lang="en-US" dirty="0"/>
          </a:p>
        </p:txBody>
      </p:sp>
      <p:sp>
        <p:nvSpPr>
          <p:cNvPr id="485384" name="Rectangle 8"/>
          <p:cNvSpPr>
            <a:spLocks noChangeArrowheads="1"/>
          </p:cNvSpPr>
          <p:nvPr/>
        </p:nvSpPr>
        <p:spPr bwMode="auto">
          <a:xfrm>
            <a:off x="0" y="6165304"/>
            <a:ext cx="9144000" cy="692696"/>
          </a:xfrm>
          <a:prstGeom prst="rect">
            <a:avLst/>
          </a:prstGeom>
          <a:solidFill>
            <a:srgbClr val="71161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dirty="0"/>
          </a:p>
        </p:txBody>
      </p:sp>
      <p:pic>
        <p:nvPicPr>
          <p:cNvPr id="485394" name="Picture 18" descr="Teerthanker Mahaveer University"/>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72712" y="33879"/>
            <a:ext cx="2952750" cy="685800"/>
          </a:xfrm>
          <a:prstGeom prst="rect">
            <a:avLst/>
          </a:prstGeom>
          <a:noFill/>
          <a:extLst>
            <a:ext uri="{909E8E84-426E-40DD-AFC4-6F175D3DCCD1}">
              <a14:hiddenFill xmlns:a14="http://schemas.microsoft.com/office/drawing/2010/main">
                <a:solidFill>
                  <a:srgbClr val="FFFFFF"/>
                </a:solidFill>
              </a14:hiddenFill>
            </a:ext>
          </a:extLst>
        </p:spPr>
      </p:pic>
      <p:sp>
        <p:nvSpPr>
          <p:cNvPr id="14" name="Slide Number Placeholder 3"/>
          <p:cNvSpPr txBox="1">
            <a:spLocks/>
          </p:cNvSpPr>
          <p:nvPr/>
        </p:nvSpPr>
        <p:spPr>
          <a:xfrm>
            <a:off x="0" y="6492875"/>
            <a:ext cx="467072"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8FC1071-F2DF-4CA9-AA63-FF97A16BD739}" type="slidenum">
              <a:rPr lang="en-IN" smtClean="0">
                <a:solidFill>
                  <a:schemeClr val="bg1"/>
                </a:solidFill>
              </a:rPr>
              <a:pPr/>
              <a:t>2</a:t>
            </a:fld>
            <a:endParaRPr lang="en-IN" dirty="0">
              <a:solidFill>
                <a:schemeClr val="bg1"/>
              </a:solidFill>
            </a:endParaRPr>
          </a:p>
        </p:txBody>
      </p:sp>
      <p:graphicFrame>
        <p:nvGraphicFramePr>
          <p:cNvPr id="6" name="Table 5"/>
          <p:cNvGraphicFramePr>
            <a:graphicFrameLocks noGrp="1"/>
          </p:cNvGraphicFramePr>
          <p:nvPr>
            <p:extLst>
              <p:ext uri="{D42A27DB-BD31-4B8C-83A1-F6EECF244321}">
                <p14:modId xmlns:p14="http://schemas.microsoft.com/office/powerpoint/2010/main" val="2209132215"/>
              </p:ext>
            </p:extLst>
          </p:nvPr>
        </p:nvGraphicFramePr>
        <p:xfrm>
          <a:off x="386882" y="1372628"/>
          <a:ext cx="8361582" cy="1521929"/>
        </p:xfrm>
        <a:graphic>
          <a:graphicData uri="http://schemas.openxmlformats.org/drawingml/2006/table">
            <a:tbl>
              <a:tblPr firstRow="1" firstCol="1" bandRow="1">
                <a:tableStyleId>{E8B1032C-EA38-4F05-BA0D-38AFFFC7BED3}</a:tableStyleId>
              </a:tblPr>
              <a:tblGrid>
                <a:gridCol w="3104998">
                  <a:extLst>
                    <a:ext uri="{9D8B030D-6E8A-4147-A177-3AD203B41FA5}">
                      <a16:colId xmlns:a16="http://schemas.microsoft.com/office/drawing/2014/main" val="3341467042"/>
                    </a:ext>
                  </a:extLst>
                </a:gridCol>
                <a:gridCol w="5256584">
                  <a:extLst>
                    <a:ext uri="{9D8B030D-6E8A-4147-A177-3AD203B41FA5}">
                      <a16:colId xmlns:a16="http://schemas.microsoft.com/office/drawing/2014/main" val="4186870229"/>
                    </a:ext>
                  </a:extLst>
                </a:gridCol>
              </a:tblGrid>
              <a:tr h="512982">
                <a:tc>
                  <a:txBody>
                    <a:bodyPr/>
                    <a:lstStyle/>
                    <a:p>
                      <a:pPr algn="ctr">
                        <a:lnSpc>
                          <a:spcPct val="106000"/>
                        </a:lnSpc>
                        <a:spcAft>
                          <a:spcPts val="0"/>
                        </a:spcAft>
                      </a:pPr>
                      <a:r>
                        <a:rPr lang="en-US" sz="2000" dirty="0">
                          <a:effectLst/>
                        </a:rPr>
                        <a:t>Student Name</a:t>
                      </a:r>
                      <a:endParaRPr lang="en-IN" sz="1800" dirty="0">
                        <a:effectLst/>
                        <a:latin typeface="Calibri" panose="020F0502020204030204" pitchFamily="34" charset="0"/>
                        <a:ea typeface="Droid Sans Fallback"/>
                      </a:endParaRPr>
                    </a:p>
                  </a:txBody>
                  <a:tcPr marL="68580" marR="68580" marT="0" marB="0"/>
                </a:tc>
                <a:tc>
                  <a:txBody>
                    <a:bodyPr/>
                    <a:lstStyle/>
                    <a:p>
                      <a:pPr algn="ctr">
                        <a:lnSpc>
                          <a:spcPct val="106000"/>
                        </a:lnSpc>
                        <a:spcAft>
                          <a:spcPts val="0"/>
                        </a:spcAft>
                      </a:pPr>
                      <a:r>
                        <a:rPr lang="en-US" sz="2000" dirty="0">
                          <a:effectLst/>
                        </a:rPr>
                        <a:t>Role</a:t>
                      </a:r>
                      <a:endParaRPr lang="en-IN" sz="1800" dirty="0">
                        <a:effectLst/>
                        <a:latin typeface="Calibri" panose="020F0502020204030204" pitchFamily="34" charset="0"/>
                        <a:ea typeface="Droid Sans Fallback"/>
                      </a:endParaRPr>
                    </a:p>
                  </a:txBody>
                  <a:tcPr marL="68580" marR="68580" marT="0" marB="0"/>
                </a:tc>
                <a:extLst>
                  <a:ext uri="{0D108BD9-81ED-4DB2-BD59-A6C34878D82A}">
                    <a16:rowId xmlns:a16="http://schemas.microsoft.com/office/drawing/2014/main" val="1876531479"/>
                  </a:ext>
                </a:extLst>
              </a:tr>
              <a:tr h="427413">
                <a:tc>
                  <a:txBody>
                    <a:bodyPr/>
                    <a:lstStyle/>
                    <a:p>
                      <a:pPr algn="ctr">
                        <a:lnSpc>
                          <a:spcPct val="106000"/>
                        </a:lnSpc>
                        <a:spcAft>
                          <a:spcPts val="800"/>
                        </a:spcAft>
                      </a:pPr>
                      <a:r>
                        <a:rPr lang="en-US" sz="1800" dirty="0">
                          <a:effectLst/>
                        </a:rPr>
                        <a:t> </a:t>
                      </a:r>
                      <a:r>
                        <a:rPr lang="en-US" sz="1800" dirty="0" err="1" smtClean="0">
                          <a:effectLst/>
                        </a:rPr>
                        <a:t>Darshil</a:t>
                      </a:r>
                      <a:r>
                        <a:rPr lang="en-US" sz="1800" baseline="0" dirty="0" smtClean="0">
                          <a:effectLst/>
                        </a:rPr>
                        <a:t> Jain</a:t>
                      </a:r>
                      <a:endParaRPr lang="en-IN" sz="1800" dirty="0">
                        <a:effectLst/>
                        <a:latin typeface="Calibri" panose="020F0502020204030204" pitchFamily="34" charset="0"/>
                        <a:ea typeface="Droid Sans Fallback"/>
                      </a:endParaRPr>
                    </a:p>
                  </a:txBody>
                  <a:tcPr marL="68580" marR="68580" marT="0" marB="0" anchor="ctr"/>
                </a:tc>
                <a:tc>
                  <a:txBody>
                    <a:bodyPr/>
                    <a:lstStyle/>
                    <a:p>
                      <a:pPr>
                        <a:lnSpc>
                          <a:spcPct val="106000"/>
                        </a:lnSpc>
                        <a:spcAft>
                          <a:spcPts val="800"/>
                        </a:spcAft>
                      </a:pPr>
                      <a:r>
                        <a:rPr lang="en-US" dirty="0" smtClean="0"/>
                        <a:t>End-to-End Machine Learning &amp; Dashboard Developer</a:t>
                      </a:r>
                      <a:endParaRPr lang="en-IN" sz="1800" dirty="0">
                        <a:effectLst/>
                        <a:latin typeface="Calibri" panose="020F0502020204030204" pitchFamily="34" charset="0"/>
                        <a:ea typeface="Droid Sans Fallback"/>
                      </a:endParaRPr>
                    </a:p>
                  </a:txBody>
                  <a:tcPr marL="68580" marR="68580" marT="0" marB="0"/>
                </a:tc>
                <a:extLst>
                  <a:ext uri="{0D108BD9-81ED-4DB2-BD59-A6C34878D82A}">
                    <a16:rowId xmlns:a16="http://schemas.microsoft.com/office/drawing/2014/main" val="3895163912"/>
                  </a:ext>
                </a:extLst>
              </a:tr>
              <a:tr h="250955">
                <a:tc>
                  <a:txBody>
                    <a:bodyPr/>
                    <a:lstStyle/>
                    <a:p>
                      <a:pPr>
                        <a:lnSpc>
                          <a:spcPct val="106000"/>
                        </a:lnSpc>
                        <a:spcAft>
                          <a:spcPts val="800"/>
                        </a:spcAft>
                      </a:pPr>
                      <a:r>
                        <a:rPr lang="en-US" sz="1800" dirty="0">
                          <a:effectLst/>
                        </a:rPr>
                        <a:t> </a:t>
                      </a:r>
                      <a:endParaRPr lang="en-IN" sz="1800" dirty="0">
                        <a:effectLst/>
                        <a:latin typeface="Calibri" panose="020F0502020204030204" pitchFamily="34" charset="0"/>
                        <a:ea typeface="Droid Sans Fallback"/>
                      </a:endParaRPr>
                    </a:p>
                  </a:txBody>
                  <a:tcPr marL="68580" marR="68580" marT="0" marB="0"/>
                </a:tc>
                <a:tc>
                  <a:txBody>
                    <a:bodyPr/>
                    <a:lstStyle/>
                    <a:p>
                      <a:pPr>
                        <a:lnSpc>
                          <a:spcPct val="106000"/>
                        </a:lnSpc>
                        <a:spcAft>
                          <a:spcPts val="800"/>
                        </a:spcAft>
                      </a:pPr>
                      <a:r>
                        <a:rPr lang="en-US" sz="1800" dirty="0">
                          <a:effectLst/>
                        </a:rPr>
                        <a:t> </a:t>
                      </a:r>
                      <a:endParaRPr lang="en-IN" sz="1800" dirty="0">
                        <a:effectLst/>
                        <a:latin typeface="Calibri" panose="020F0502020204030204" pitchFamily="34" charset="0"/>
                        <a:ea typeface="Droid Sans Fallback"/>
                      </a:endParaRPr>
                    </a:p>
                  </a:txBody>
                  <a:tcPr marL="68580" marR="68580" marT="0" marB="0"/>
                </a:tc>
                <a:extLst>
                  <a:ext uri="{0D108BD9-81ED-4DB2-BD59-A6C34878D82A}">
                    <a16:rowId xmlns:a16="http://schemas.microsoft.com/office/drawing/2014/main" val="4000564458"/>
                  </a:ext>
                </a:extLst>
              </a:tr>
              <a:tr h="250955">
                <a:tc>
                  <a:txBody>
                    <a:bodyPr/>
                    <a:lstStyle/>
                    <a:p>
                      <a:pPr>
                        <a:lnSpc>
                          <a:spcPct val="106000"/>
                        </a:lnSpc>
                        <a:spcAft>
                          <a:spcPts val="800"/>
                        </a:spcAft>
                      </a:pPr>
                      <a:r>
                        <a:rPr lang="en-US" sz="1800">
                          <a:effectLst/>
                        </a:rPr>
                        <a:t> </a:t>
                      </a:r>
                      <a:endParaRPr lang="en-IN" sz="1800">
                        <a:effectLst/>
                        <a:latin typeface="Calibri" panose="020F0502020204030204" pitchFamily="34" charset="0"/>
                        <a:ea typeface="Droid Sans Fallback"/>
                      </a:endParaRPr>
                    </a:p>
                  </a:txBody>
                  <a:tcPr marL="68580" marR="68580" marT="0" marB="0"/>
                </a:tc>
                <a:tc>
                  <a:txBody>
                    <a:bodyPr/>
                    <a:lstStyle/>
                    <a:p>
                      <a:pPr>
                        <a:lnSpc>
                          <a:spcPct val="106000"/>
                        </a:lnSpc>
                        <a:spcAft>
                          <a:spcPts val="800"/>
                        </a:spcAft>
                      </a:pPr>
                      <a:r>
                        <a:rPr lang="en-US" sz="1800" dirty="0">
                          <a:effectLst/>
                        </a:rPr>
                        <a:t> </a:t>
                      </a:r>
                      <a:endParaRPr lang="en-IN" sz="1800" dirty="0">
                        <a:effectLst/>
                        <a:latin typeface="Calibri" panose="020F0502020204030204" pitchFamily="34" charset="0"/>
                        <a:ea typeface="Droid Sans Fallback"/>
                      </a:endParaRPr>
                    </a:p>
                  </a:txBody>
                  <a:tcPr marL="68580" marR="68580" marT="0" marB="0"/>
                </a:tc>
                <a:extLst>
                  <a:ext uri="{0D108BD9-81ED-4DB2-BD59-A6C34878D82A}">
                    <a16:rowId xmlns:a16="http://schemas.microsoft.com/office/drawing/2014/main" val="389848289"/>
                  </a:ext>
                </a:extLst>
              </a:tr>
            </a:tbl>
          </a:graphicData>
        </a:graphic>
      </p:graphicFrame>
      <p:sp>
        <p:nvSpPr>
          <p:cNvPr id="4" name="TextBox 3"/>
          <p:cNvSpPr txBox="1"/>
          <p:nvPr/>
        </p:nvSpPr>
        <p:spPr>
          <a:xfrm>
            <a:off x="395064" y="4210012"/>
            <a:ext cx="7920880" cy="2031325"/>
          </a:xfrm>
          <a:prstGeom prst="rect">
            <a:avLst/>
          </a:prstGeom>
          <a:noFill/>
        </p:spPr>
        <p:txBody>
          <a:bodyPr wrap="square" rtlCol="0">
            <a:spAutoFit/>
          </a:bodyPr>
          <a:lstStyle/>
          <a:p>
            <a:r>
              <a:rPr lang="en-IN" b="1" dirty="0"/>
              <a:t>LINK TO CODE AND EXECUTABLE FILES</a:t>
            </a:r>
            <a:endParaRPr lang="en-IN" dirty="0"/>
          </a:p>
          <a:p>
            <a:endParaRPr lang="en-IN" dirty="0" smtClean="0"/>
          </a:p>
          <a:p>
            <a:pPr lvl="0"/>
            <a:r>
              <a:rPr lang="en-IN" dirty="0"/>
              <a:t>Link to GitHub: </a:t>
            </a:r>
            <a:r>
              <a:rPr lang="en-US" b="1" u="sng" dirty="0">
                <a:hlinkClick r:id="rId4"/>
              </a:rPr>
              <a:t>-TCS-iON-RIO-125-HR-Salary-Dashboard---Train-the-Dataset-and-Predict-the-Salary-by-TCS-</a:t>
            </a:r>
            <a:r>
              <a:rPr lang="en-US" b="1" u="sng" dirty="0" err="1">
                <a:hlinkClick r:id="rId4"/>
              </a:rPr>
              <a:t>iON</a:t>
            </a:r>
            <a:endParaRPr lang="en-IN" dirty="0"/>
          </a:p>
          <a:p>
            <a:pPr lvl="0"/>
            <a:r>
              <a:rPr lang="en-US" dirty="0"/>
              <a:t>Executable file: </a:t>
            </a:r>
            <a:r>
              <a:rPr lang="en-US" u="sng" dirty="0">
                <a:hlinkClick r:id="rId5"/>
              </a:rPr>
              <a:t>http://localhost:8888/notebooks/HR%20Salary%20Prediction-2nd%20Interim.ipynb#</a:t>
            </a:r>
            <a:endParaRPr lang="en-IN" dirty="0"/>
          </a:p>
          <a:p>
            <a:endParaRPr lang="en-IN" dirty="0"/>
          </a:p>
        </p:txBody>
      </p:sp>
    </p:spTree>
    <p:extLst>
      <p:ext uri="{BB962C8B-B14F-4D97-AF65-F5344CB8AC3E}">
        <p14:creationId xmlns:p14="http://schemas.microsoft.com/office/powerpoint/2010/main" val="113471369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IN" dirty="0"/>
          </a:p>
        </p:txBody>
      </p:sp>
      <p:sp>
        <p:nvSpPr>
          <p:cNvPr id="5" name="Content Placeholder 4"/>
          <p:cNvSpPr>
            <a:spLocks noGrp="1"/>
          </p:cNvSpPr>
          <p:nvPr>
            <p:ph idx="1"/>
          </p:nvPr>
        </p:nvSpPr>
        <p:spPr>
          <a:xfrm>
            <a:off x="0" y="914400"/>
            <a:ext cx="9144000" cy="5250904"/>
          </a:xfrm>
        </p:spPr>
        <p:txBody>
          <a:bodyPr>
            <a:normAutofit/>
          </a:bodyPr>
          <a:lstStyle/>
          <a:p>
            <a:pPr marL="0" indent="0">
              <a:buNone/>
            </a:pPr>
            <a:endParaRPr lang="en-IN" sz="1700" dirty="0" smtClean="0"/>
          </a:p>
          <a:p>
            <a:pPr marL="0" indent="0">
              <a:buNone/>
            </a:pPr>
            <a:endParaRPr lang="en-IN" sz="1700" dirty="0"/>
          </a:p>
          <a:p>
            <a:pPr marL="0" indent="0">
              <a:buNone/>
            </a:pPr>
            <a:endParaRPr lang="en-IN" sz="1700" dirty="0" smtClean="0"/>
          </a:p>
          <a:p>
            <a:pPr marL="0" indent="0">
              <a:buNone/>
            </a:pPr>
            <a:endParaRPr lang="en-IN" sz="1700" dirty="0"/>
          </a:p>
          <a:p>
            <a:pPr marL="0" indent="0">
              <a:buNone/>
            </a:pPr>
            <a:endParaRPr lang="en-IN" sz="1700" dirty="0" smtClean="0"/>
          </a:p>
          <a:p>
            <a:pPr marL="0" indent="0">
              <a:buNone/>
            </a:pPr>
            <a:endParaRPr lang="en-IN" sz="1700" dirty="0"/>
          </a:p>
          <a:p>
            <a:pPr marL="0" indent="0">
              <a:buNone/>
            </a:pPr>
            <a:endParaRPr lang="en-IN" sz="1700" dirty="0" smtClean="0"/>
          </a:p>
        </p:txBody>
      </p:sp>
      <p:sp>
        <p:nvSpPr>
          <p:cNvPr id="2" name="Slide Number Placeholder 1"/>
          <p:cNvSpPr>
            <a:spLocks noGrp="1"/>
          </p:cNvSpPr>
          <p:nvPr>
            <p:ph type="sldNum" sz="quarter" idx="12"/>
          </p:nvPr>
        </p:nvSpPr>
        <p:spPr/>
        <p:txBody>
          <a:bodyPr/>
          <a:lstStyle/>
          <a:p>
            <a:fld id="{08FC1071-F2DF-4CA9-AA63-FF97A16BD739}" type="slidenum">
              <a:rPr lang="en-IN" smtClean="0">
                <a:solidFill>
                  <a:schemeClr val="bg1"/>
                </a:solidFill>
              </a:rPr>
              <a:pPr/>
              <a:t>3</a:t>
            </a:fld>
            <a:endParaRPr lang="en-IN" dirty="0">
              <a:solidFill>
                <a:schemeClr val="bg1"/>
              </a:solidFill>
            </a:endParaRPr>
          </a:p>
        </p:txBody>
      </p:sp>
      <p:sp>
        <p:nvSpPr>
          <p:cNvPr id="485380" name="Rectangle 4"/>
          <p:cNvSpPr>
            <a:spLocks noChangeArrowheads="1"/>
          </p:cNvSpPr>
          <p:nvPr/>
        </p:nvSpPr>
        <p:spPr bwMode="auto">
          <a:xfrm>
            <a:off x="0" y="1"/>
            <a:ext cx="9144000" cy="707412"/>
          </a:xfrm>
          <a:prstGeom prst="rect">
            <a:avLst/>
          </a:prstGeom>
          <a:solidFill>
            <a:srgbClr val="71161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485381" name="Text Box 5"/>
          <p:cNvSpPr txBox="1">
            <a:spLocks noChangeArrowheads="1"/>
          </p:cNvSpPr>
          <p:nvPr/>
        </p:nvSpPr>
        <p:spPr bwMode="auto">
          <a:xfrm>
            <a:off x="0" y="0"/>
            <a:ext cx="617271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a:spcBef>
                <a:spcPct val="50000"/>
              </a:spcBef>
              <a:defRPr sz="2400" b="1">
                <a:solidFill>
                  <a:schemeClr val="bg1"/>
                </a:solidFill>
                <a:latin typeface="Calibri" pitchFamily="34" charset="0"/>
                <a:ea typeface="ＭＳ Ｐゴシック" pitchFamily="-28" charset="-128"/>
              </a:defRPr>
            </a:lvl1pPr>
          </a:lstStyle>
          <a:p>
            <a:r>
              <a:rPr lang="en-US" dirty="0"/>
              <a:t>Project Brief</a:t>
            </a:r>
          </a:p>
        </p:txBody>
      </p:sp>
      <p:sp>
        <p:nvSpPr>
          <p:cNvPr id="485384" name="Rectangle 8"/>
          <p:cNvSpPr>
            <a:spLocks noChangeArrowheads="1"/>
          </p:cNvSpPr>
          <p:nvPr/>
        </p:nvSpPr>
        <p:spPr bwMode="auto">
          <a:xfrm>
            <a:off x="0" y="6441860"/>
            <a:ext cx="9144000" cy="416139"/>
          </a:xfrm>
          <a:prstGeom prst="rect">
            <a:avLst/>
          </a:prstGeom>
          <a:solidFill>
            <a:srgbClr val="71161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dirty="0"/>
          </a:p>
        </p:txBody>
      </p:sp>
      <p:pic>
        <p:nvPicPr>
          <p:cNvPr id="485394" name="Picture 18" descr="Teerthanker Mahaveer University"/>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42234" y="-20457"/>
            <a:ext cx="2952750" cy="685800"/>
          </a:xfrm>
          <a:prstGeom prst="rect">
            <a:avLst/>
          </a:prstGeom>
          <a:noFill/>
          <a:extLst>
            <a:ext uri="{909E8E84-426E-40DD-AFC4-6F175D3DCCD1}">
              <a14:hiddenFill xmlns:a14="http://schemas.microsoft.com/office/drawing/2010/main">
                <a:solidFill>
                  <a:srgbClr val="FFFFFF"/>
                </a:solidFill>
              </a14:hiddenFill>
            </a:ext>
          </a:extLst>
        </p:spPr>
      </p:pic>
      <p:sp>
        <p:nvSpPr>
          <p:cNvPr id="14" name="Slide Number Placeholder 3"/>
          <p:cNvSpPr txBox="1">
            <a:spLocks/>
          </p:cNvSpPr>
          <p:nvPr/>
        </p:nvSpPr>
        <p:spPr>
          <a:xfrm>
            <a:off x="0" y="6492875"/>
            <a:ext cx="467072"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8FC1071-F2DF-4CA9-AA63-FF97A16BD739}" type="slidenum">
              <a:rPr lang="en-IN" smtClean="0">
                <a:solidFill>
                  <a:schemeClr val="bg1"/>
                </a:solidFill>
              </a:rPr>
              <a:pPr/>
              <a:t>3</a:t>
            </a:fld>
            <a:endParaRPr lang="en-IN" dirty="0">
              <a:solidFill>
                <a:schemeClr val="bg1"/>
              </a:solidFill>
            </a:endParaRPr>
          </a:p>
        </p:txBody>
      </p:sp>
      <p:pic>
        <p:nvPicPr>
          <p:cNvPr id="12" name="Picture 11"/>
          <p:cNvPicPr>
            <a:picLocks noChangeAspect="1"/>
          </p:cNvPicPr>
          <p:nvPr/>
        </p:nvPicPr>
        <p:blipFill>
          <a:blip r:embed="rId4"/>
          <a:stretch>
            <a:fillRect/>
          </a:stretch>
        </p:blipFill>
        <p:spPr>
          <a:xfrm>
            <a:off x="127288" y="3824157"/>
            <a:ext cx="8927930" cy="562053"/>
          </a:xfrm>
          <a:prstGeom prst="rect">
            <a:avLst/>
          </a:prstGeom>
        </p:spPr>
      </p:pic>
      <p:sp>
        <p:nvSpPr>
          <p:cNvPr id="16" name="TextBox 15"/>
          <p:cNvSpPr txBox="1"/>
          <p:nvPr/>
        </p:nvSpPr>
        <p:spPr>
          <a:xfrm>
            <a:off x="183410" y="4392030"/>
            <a:ext cx="4392305" cy="834074"/>
          </a:xfrm>
          <a:prstGeom prst="rect">
            <a:avLst/>
          </a:prstGeom>
          <a:noFill/>
        </p:spPr>
        <p:txBody>
          <a:bodyPr wrap="square" rtlCol="0">
            <a:spAutoFit/>
          </a:bodyPr>
          <a:lstStyle/>
          <a:p>
            <a:r>
              <a:rPr lang="en-IN" b="1" dirty="0"/>
              <a:t>Data </a:t>
            </a:r>
            <a:r>
              <a:rPr lang="en-IN" b="1" dirty="0" err="1" smtClean="0"/>
              <a:t>Preprocessing</a:t>
            </a:r>
            <a:endParaRPr lang="en-IN" b="1" dirty="0" smtClean="0"/>
          </a:p>
          <a:p>
            <a:endParaRPr lang="en-IN" sz="1510" dirty="0" smtClean="0"/>
          </a:p>
          <a:p>
            <a:r>
              <a:rPr lang="en-IN" sz="1510" dirty="0" smtClean="0"/>
              <a:t>Handles missing values and prepares the dataset.</a:t>
            </a:r>
            <a:endParaRPr lang="en-IN" sz="1510" dirty="0"/>
          </a:p>
        </p:txBody>
      </p:sp>
      <p:pic>
        <p:nvPicPr>
          <p:cNvPr id="17" name="Picture 16"/>
          <p:cNvPicPr>
            <a:picLocks noChangeAspect="1"/>
          </p:cNvPicPr>
          <p:nvPr/>
        </p:nvPicPr>
        <p:blipFill>
          <a:blip r:embed="rId5"/>
          <a:stretch>
            <a:fillRect/>
          </a:stretch>
        </p:blipFill>
        <p:spPr>
          <a:xfrm>
            <a:off x="114376" y="5180816"/>
            <a:ext cx="8927930" cy="562053"/>
          </a:xfrm>
          <a:prstGeom prst="rect">
            <a:avLst/>
          </a:prstGeom>
        </p:spPr>
      </p:pic>
      <p:sp>
        <p:nvSpPr>
          <p:cNvPr id="18" name="TextBox 17"/>
          <p:cNvSpPr txBox="1"/>
          <p:nvPr/>
        </p:nvSpPr>
        <p:spPr>
          <a:xfrm>
            <a:off x="4683791" y="4344727"/>
            <a:ext cx="4352133" cy="878702"/>
          </a:xfrm>
          <a:prstGeom prst="rect">
            <a:avLst/>
          </a:prstGeom>
          <a:noFill/>
        </p:spPr>
        <p:txBody>
          <a:bodyPr wrap="square" rtlCol="0">
            <a:spAutoFit/>
          </a:bodyPr>
          <a:lstStyle/>
          <a:p>
            <a:r>
              <a:rPr lang="en-IN" b="1" dirty="0" smtClean="0"/>
              <a:t>Exploratory Data Analysis (EDA)</a:t>
            </a:r>
          </a:p>
          <a:p>
            <a:endParaRPr lang="en-IN" b="1" dirty="0"/>
          </a:p>
          <a:p>
            <a:r>
              <a:rPr lang="en-IN" sz="1510" dirty="0" smtClean="0"/>
              <a:t>Identifies salary trends, correlations and insights.</a:t>
            </a:r>
            <a:endParaRPr lang="en-IN" sz="1510" dirty="0"/>
          </a:p>
        </p:txBody>
      </p:sp>
      <p:sp>
        <p:nvSpPr>
          <p:cNvPr id="20" name="TextBox 19"/>
          <p:cNvSpPr txBox="1"/>
          <p:nvPr/>
        </p:nvSpPr>
        <p:spPr>
          <a:xfrm>
            <a:off x="197532" y="5674475"/>
            <a:ext cx="4086436" cy="834074"/>
          </a:xfrm>
          <a:prstGeom prst="rect">
            <a:avLst/>
          </a:prstGeom>
          <a:noFill/>
        </p:spPr>
        <p:txBody>
          <a:bodyPr wrap="square" rtlCol="0">
            <a:spAutoFit/>
          </a:bodyPr>
          <a:lstStyle/>
          <a:p>
            <a:r>
              <a:rPr lang="en-IN" b="1" dirty="0" smtClean="0"/>
              <a:t>ML Model Training</a:t>
            </a:r>
          </a:p>
          <a:p>
            <a:endParaRPr lang="en-IN" sz="1510" b="1" dirty="0"/>
          </a:p>
          <a:p>
            <a:r>
              <a:rPr lang="en-IN" sz="1510" dirty="0" smtClean="0"/>
              <a:t>Trains algorithms for accurate salary predictions.</a:t>
            </a:r>
            <a:endParaRPr lang="en-IN" sz="1510" dirty="0"/>
          </a:p>
        </p:txBody>
      </p:sp>
      <p:sp>
        <p:nvSpPr>
          <p:cNvPr id="22" name="TextBox 21"/>
          <p:cNvSpPr txBox="1"/>
          <p:nvPr/>
        </p:nvSpPr>
        <p:spPr>
          <a:xfrm>
            <a:off x="4680034" y="5659904"/>
            <a:ext cx="4463965" cy="834074"/>
          </a:xfrm>
          <a:prstGeom prst="rect">
            <a:avLst/>
          </a:prstGeom>
          <a:noFill/>
        </p:spPr>
        <p:txBody>
          <a:bodyPr wrap="square" rtlCol="0">
            <a:spAutoFit/>
          </a:bodyPr>
          <a:lstStyle/>
          <a:p>
            <a:r>
              <a:rPr lang="en-IN" b="1" dirty="0" smtClean="0"/>
              <a:t>Visualization &amp; App</a:t>
            </a:r>
          </a:p>
          <a:p>
            <a:endParaRPr lang="en-IN" sz="1510" dirty="0"/>
          </a:p>
          <a:p>
            <a:r>
              <a:rPr lang="en-IN" sz="1510" dirty="0" smtClean="0"/>
              <a:t>Deploy results via Power Bi and a live web application.</a:t>
            </a:r>
            <a:endParaRPr lang="en-IN" sz="1510" dirty="0"/>
          </a:p>
        </p:txBody>
      </p:sp>
      <p:pic>
        <p:nvPicPr>
          <p:cNvPr id="25" name="Picture 24"/>
          <p:cNvPicPr>
            <a:picLocks noChangeAspect="1"/>
          </p:cNvPicPr>
          <p:nvPr/>
        </p:nvPicPr>
        <p:blipFill>
          <a:blip r:embed="rId6"/>
          <a:stretch>
            <a:fillRect/>
          </a:stretch>
        </p:blipFill>
        <p:spPr>
          <a:xfrm>
            <a:off x="134657" y="1583540"/>
            <a:ext cx="8978424" cy="1933845"/>
          </a:xfrm>
          <a:prstGeom prst="rect">
            <a:avLst/>
          </a:prstGeom>
        </p:spPr>
      </p:pic>
      <p:sp>
        <p:nvSpPr>
          <p:cNvPr id="26" name="TextBox 25"/>
          <p:cNvSpPr txBox="1"/>
          <p:nvPr/>
        </p:nvSpPr>
        <p:spPr>
          <a:xfrm>
            <a:off x="197532" y="748766"/>
            <a:ext cx="8765192" cy="1200329"/>
          </a:xfrm>
          <a:prstGeom prst="rect">
            <a:avLst/>
          </a:prstGeom>
          <a:noFill/>
        </p:spPr>
        <p:txBody>
          <a:bodyPr wrap="square" rtlCol="0">
            <a:spAutoFit/>
          </a:bodyPr>
          <a:lstStyle/>
          <a:p>
            <a:r>
              <a:rPr lang="en-US" dirty="0"/>
              <a:t>The "HR Salary Dashboard – Train the Dataset and Predict Salary" project is designed to create an intelligent HR analytics system. It predicts employee salaries by leveraging key factors like experience, education, job role, and skill set.</a:t>
            </a:r>
          </a:p>
          <a:p>
            <a:endParaRPr lang="en-IN" dirty="0"/>
          </a:p>
        </p:txBody>
      </p:sp>
      <p:sp>
        <p:nvSpPr>
          <p:cNvPr id="27" name="TextBox 26"/>
          <p:cNvSpPr txBox="1"/>
          <p:nvPr/>
        </p:nvSpPr>
        <p:spPr>
          <a:xfrm>
            <a:off x="127288" y="3471574"/>
            <a:ext cx="8550932" cy="400110"/>
          </a:xfrm>
          <a:prstGeom prst="rect">
            <a:avLst/>
          </a:prstGeom>
          <a:noFill/>
        </p:spPr>
        <p:txBody>
          <a:bodyPr wrap="square" rtlCol="0">
            <a:spAutoFit/>
          </a:bodyPr>
          <a:lstStyle/>
          <a:p>
            <a:r>
              <a:rPr lang="en-IN" sz="2000" b="1" dirty="0" smtClean="0"/>
              <a:t>Key Modules and End to End Automation:</a:t>
            </a:r>
            <a:endParaRPr lang="en-IN" sz="2000" b="1" dirty="0"/>
          </a:p>
        </p:txBody>
      </p:sp>
    </p:spTree>
    <p:extLst>
      <p:ext uri="{BB962C8B-B14F-4D97-AF65-F5344CB8AC3E}">
        <p14:creationId xmlns:p14="http://schemas.microsoft.com/office/powerpoint/2010/main" val="180959727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IN"/>
          </a:p>
        </p:txBody>
      </p:sp>
      <p:sp>
        <p:nvSpPr>
          <p:cNvPr id="5" name="Content Placeholder 4"/>
          <p:cNvSpPr>
            <a:spLocks noGrp="1"/>
          </p:cNvSpPr>
          <p:nvPr>
            <p:ph idx="1"/>
          </p:nvPr>
        </p:nvSpPr>
        <p:spPr>
          <a:xfrm>
            <a:off x="0" y="696285"/>
            <a:ext cx="9144000" cy="5900256"/>
          </a:xfrm>
        </p:spPr>
        <p:txBody>
          <a:bodyPr>
            <a:normAutofit/>
          </a:bodyPr>
          <a:lstStyle/>
          <a:p>
            <a:pPr marL="0" indent="0">
              <a:buNone/>
            </a:pPr>
            <a:r>
              <a:rPr lang="en-US" b="1" dirty="0" smtClean="0"/>
              <a:t>Key Methodologies</a:t>
            </a:r>
          </a:p>
          <a:p>
            <a:pPr marL="0" indent="0">
              <a:buNone/>
            </a:pPr>
            <a:endParaRPr lang="en-US" b="1" dirty="0" smtClean="0"/>
          </a:p>
        </p:txBody>
      </p:sp>
      <p:sp>
        <p:nvSpPr>
          <p:cNvPr id="2" name="Slide Number Placeholder 1"/>
          <p:cNvSpPr>
            <a:spLocks noGrp="1"/>
          </p:cNvSpPr>
          <p:nvPr>
            <p:ph type="sldNum" sz="quarter" idx="12"/>
          </p:nvPr>
        </p:nvSpPr>
        <p:spPr/>
        <p:txBody>
          <a:bodyPr/>
          <a:lstStyle/>
          <a:p>
            <a:fld id="{08FC1071-F2DF-4CA9-AA63-FF97A16BD739}" type="slidenum">
              <a:rPr lang="en-IN" smtClean="0">
                <a:solidFill>
                  <a:schemeClr val="bg1"/>
                </a:solidFill>
              </a:rPr>
              <a:pPr/>
              <a:t>4</a:t>
            </a:fld>
            <a:endParaRPr lang="en-IN" dirty="0">
              <a:solidFill>
                <a:schemeClr val="bg1"/>
              </a:solidFill>
            </a:endParaRPr>
          </a:p>
        </p:txBody>
      </p:sp>
      <p:sp>
        <p:nvSpPr>
          <p:cNvPr id="485380" name="Rectangle 4"/>
          <p:cNvSpPr>
            <a:spLocks noChangeArrowheads="1"/>
          </p:cNvSpPr>
          <p:nvPr/>
        </p:nvSpPr>
        <p:spPr bwMode="auto">
          <a:xfrm>
            <a:off x="0" y="0"/>
            <a:ext cx="9144000" cy="685800"/>
          </a:xfrm>
          <a:prstGeom prst="rect">
            <a:avLst/>
          </a:prstGeom>
          <a:solidFill>
            <a:srgbClr val="71161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485381" name="Text Box 5"/>
          <p:cNvSpPr txBox="1">
            <a:spLocks noChangeArrowheads="1"/>
          </p:cNvSpPr>
          <p:nvPr/>
        </p:nvSpPr>
        <p:spPr bwMode="auto">
          <a:xfrm>
            <a:off x="0" y="0"/>
            <a:ext cx="617271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sz="2400" b="1" dirty="0" smtClean="0">
                <a:solidFill>
                  <a:schemeClr val="bg1"/>
                </a:solidFill>
                <a:latin typeface="Calibri" pitchFamily="34" charset="0"/>
                <a:ea typeface="ＭＳ Ｐゴシック" pitchFamily="-28" charset="-128"/>
              </a:rPr>
              <a:t>Methodologies/ Technologies/ Tools to be used</a:t>
            </a:r>
            <a:endParaRPr lang="en-US" b="1" dirty="0">
              <a:solidFill>
                <a:schemeClr val="bg1"/>
              </a:solidFill>
              <a:latin typeface="Calibri" pitchFamily="34" charset="0"/>
              <a:ea typeface="ＭＳ Ｐゴシック" pitchFamily="-28" charset="-128"/>
            </a:endParaRPr>
          </a:p>
        </p:txBody>
      </p:sp>
      <p:sp>
        <p:nvSpPr>
          <p:cNvPr id="485384" name="Rectangle 8"/>
          <p:cNvSpPr>
            <a:spLocks noChangeArrowheads="1"/>
          </p:cNvSpPr>
          <p:nvPr/>
        </p:nvSpPr>
        <p:spPr bwMode="auto">
          <a:xfrm>
            <a:off x="18311" y="6597352"/>
            <a:ext cx="9144000" cy="260648"/>
          </a:xfrm>
          <a:prstGeom prst="rect">
            <a:avLst/>
          </a:prstGeom>
          <a:solidFill>
            <a:srgbClr val="71161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pic>
        <p:nvPicPr>
          <p:cNvPr id="485394" name="Picture 18" descr="Teerthanker Mahaveer University"/>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56008" y="-25100"/>
            <a:ext cx="2952750" cy="685800"/>
          </a:xfrm>
          <a:prstGeom prst="rect">
            <a:avLst/>
          </a:prstGeom>
          <a:noFill/>
          <a:extLst>
            <a:ext uri="{909E8E84-426E-40DD-AFC4-6F175D3DCCD1}">
              <a14:hiddenFill xmlns:a14="http://schemas.microsoft.com/office/drawing/2010/main">
                <a:solidFill>
                  <a:srgbClr val="FFFFFF"/>
                </a:solidFill>
              </a14:hiddenFill>
            </a:ext>
          </a:extLst>
        </p:spPr>
      </p:pic>
      <p:sp>
        <p:nvSpPr>
          <p:cNvPr id="14" name="Slide Number Placeholder 3"/>
          <p:cNvSpPr txBox="1">
            <a:spLocks/>
          </p:cNvSpPr>
          <p:nvPr/>
        </p:nvSpPr>
        <p:spPr>
          <a:xfrm>
            <a:off x="18311" y="6545113"/>
            <a:ext cx="467072"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8FC1071-F2DF-4CA9-AA63-FF97A16BD739}" type="slidenum">
              <a:rPr lang="en-IN" smtClean="0">
                <a:solidFill>
                  <a:schemeClr val="bg1"/>
                </a:solidFill>
              </a:rPr>
              <a:pPr/>
              <a:t>4</a:t>
            </a:fld>
            <a:endParaRPr lang="en-IN" dirty="0">
              <a:solidFill>
                <a:schemeClr val="bg1"/>
              </a:solidFill>
            </a:endParaRPr>
          </a:p>
        </p:txBody>
      </p:sp>
      <p:sp>
        <p:nvSpPr>
          <p:cNvPr id="29" name="Pentagon 28"/>
          <p:cNvSpPr/>
          <p:nvPr/>
        </p:nvSpPr>
        <p:spPr>
          <a:xfrm>
            <a:off x="151289" y="4780708"/>
            <a:ext cx="4709133" cy="1790120"/>
          </a:xfrm>
          <a:prstGeom prst="homePlate">
            <a:avLst/>
          </a:prstGeom>
          <a:solidFill>
            <a:srgbClr val="E1E4F8"/>
          </a:solidFill>
          <a:ln>
            <a:solidFill>
              <a:srgbClr val="E1E4F8"/>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IN"/>
          </a:p>
        </p:txBody>
      </p:sp>
      <p:sp>
        <p:nvSpPr>
          <p:cNvPr id="31" name="TextBox 30"/>
          <p:cNvSpPr txBox="1"/>
          <p:nvPr/>
        </p:nvSpPr>
        <p:spPr>
          <a:xfrm>
            <a:off x="163429" y="4770923"/>
            <a:ext cx="4829971" cy="2039020"/>
          </a:xfrm>
          <a:prstGeom prst="rect">
            <a:avLst/>
          </a:prstGeom>
          <a:noFill/>
        </p:spPr>
        <p:txBody>
          <a:bodyPr wrap="square" rtlCol="0">
            <a:spAutoFit/>
          </a:bodyPr>
          <a:lstStyle/>
          <a:p>
            <a:r>
              <a:rPr lang="en-IN" b="1" dirty="0"/>
              <a:t>Core Technologies</a:t>
            </a:r>
          </a:p>
          <a:p>
            <a:pPr>
              <a:buFont typeface="Arial" panose="020B0604020202020204" pitchFamily="34" charset="0"/>
              <a:buChar char="•"/>
            </a:pPr>
            <a:r>
              <a:rPr lang="en-IN" sz="1550" b="1" dirty="0"/>
              <a:t>Python:</a:t>
            </a:r>
            <a:r>
              <a:rPr lang="en-IN" sz="1550" dirty="0"/>
              <a:t> Main language for data, ML, and web.</a:t>
            </a:r>
          </a:p>
          <a:p>
            <a:pPr>
              <a:buFont typeface="Arial" panose="020B0604020202020204" pitchFamily="34" charset="0"/>
              <a:buChar char="•"/>
            </a:pPr>
            <a:r>
              <a:rPr lang="en-IN" sz="1550" b="1" dirty="0" err="1"/>
              <a:t>Scikit</a:t>
            </a:r>
            <a:r>
              <a:rPr lang="en-IN" sz="1550" b="1" dirty="0"/>
              <a:t>-learn/</a:t>
            </a:r>
            <a:r>
              <a:rPr lang="en-IN" sz="1550" b="1" dirty="0" err="1"/>
              <a:t>XGBoost</a:t>
            </a:r>
            <a:r>
              <a:rPr lang="en-IN" sz="1550" b="1" dirty="0"/>
              <a:t>:</a:t>
            </a:r>
            <a:r>
              <a:rPr lang="en-IN" sz="1550" dirty="0"/>
              <a:t> For predictive model building.</a:t>
            </a:r>
          </a:p>
          <a:p>
            <a:pPr>
              <a:buFont typeface="Arial" panose="020B0604020202020204" pitchFamily="34" charset="0"/>
              <a:buChar char="•"/>
            </a:pPr>
            <a:r>
              <a:rPr lang="en-IN" sz="1550" b="1" dirty="0"/>
              <a:t>Pandas/</a:t>
            </a:r>
            <a:r>
              <a:rPr lang="en-IN" sz="1550" b="1" dirty="0" err="1"/>
              <a:t>NumPy</a:t>
            </a:r>
            <a:r>
              <a:rPr lang="en-IN" sz="1550" b="1" dirty="0"/>
              <a:t>:</a:t>
            </a:r>
            <a:r>
              <a:rPr lang="en-IN" sz="1550" dirty="0"/>
              <a:t> For data handling and transformation.</a:t>
            </a:r>
          </a:p>
          <a:p>
            <a:pPr>
              <a:buFont typeface="Arial" panose="020B0604020202020204" pitchFamily="34" charset="0"/>
              <a:buChar char="•"/>
            </a:pPr>
            <a:r>
              <a:rPr lang="en-IN" sz="1550" b="1" dirty="0"/>
              <a:t>Flask:</a:t>
            </a:r>
            <a:r>
              <a:rPr lang="en-IN" sz="1550" dirty="0"/>
              <a:t> For the interactive web application.</a:t>
            </a:r>
          </a:p>
          <a:p>
            <a:pPr>
              <a:buFont typeface="Arial" panose="020B0604020202020204" pitchFamily="34" charset="0"/>
              <a:buChar char="•"/>
            </a:pPr>
            <a:r>
              <a:rPr lang="en-IN" sz="1550" b="1" dirty="0"/>
              <a:t>Power BI:</a:t>
            </a:r>
            <a:r>
              <a:rPr lang="en-IN" sz="1550" dirty="0"/>
              <a:t> For dashboard and visualization.</a:t>
            </a:r>
          </a:p>
          <a:p>
            <a:pPr>
              <a:buFont typeface="Arial" panose="020B0604020202020204" pitchFamily="34" charset="0"/>
              <a:buChar char="•"/>
            </a:pPr>
            <a:r>
              <a:rPr lang="en-IN" sz="1550" b="1" dirty="0"/>
              <a:t>HTML/CSS:</a:t>
            </a:r>
            <a:r>
              <a:rPr lang="en-IN" sz="1550" dirty="0"/>
              <a:t> For web app user interface.</a:t>
            </a:r>
          </a:p>
          <a:p>
            <a:endParaRPr lang="en-IN" sz="1550" dirty="0"/>
          </a:p>
        </p:txBody>
      </p:sp>
      <p:sp>
        <p:nvSpPr>
          <p:cNvPr id="34" name="Pentagon 33"/>
          <p:cNvSpPr/>
          <p:nvPr/>
        </p:nvSpPr>
        <p:spPr>
          <a:xfrm flipH="1">
            <a:off x="4872562" y="4780120"/>
            <a:ext cx="4218261" cy="1760893"/>
          </a:xfrm>
          <a:prstGeom prst="homePlate">
            <a:avLst/>
          </a:prstGeom>
          <a:solidFill>
            <a:srgbClr val="E1E4F8"/>
          </a:solidFill>
          <a:ln>
            <a:solidFill>
              <a:srgbClr val="E1E4F8"/>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IN"/>
          </a:p>
        </p:txBody>
      </p:sp>
      <p:sp>
        <p:nvSpPr>
          <p:cNvPr id="35" name="TextBox 34"/>
          <p:cNvSpPr txBox="1"/>
          <p:nvPr/>
        </p:nvSpPr>
        <p:spPr>
          <a:xfrm>
            <a:off x="5602672" y="4781825"/>
            <a:ext cx="3629746" cy="2077492"/>
          </a:xfrm>
          <a:prstGeom prst="rect">
            <a:avLst/>
          </a:prstGeom>
          <a:noFill/>
        </p:spPr>
        <p:txBody>
          <a:bodyPr wrap="square" rtlCol="0">
            <a:spAutoFit/>
          </a:bodyPr>
          <a:lstStyle/>
          <a:p>
            <a:r>
              <a:rPr lang="en-US" b="1" dirty="0"/>
              <a:t>Development Tools</a:t>
            </a:r>
            <a:endParaRPr lang="en-IN" dirty="0"/>
          </a:p>
          <a:p>
            <a:r>
              <a:rPr lang="en-US" sz="1550" b="1" dirty="0"/>
              <a:t>VS Code:</a:t>
            </a:r>
            <a:r>
              <a:rPr lang="en-US" sz="1550" dirty="0"/>
              <a:t> Primary development environment.</a:t>
            </a:r>
            <a:endParaRPr lang="en-IN" sz="1550" dirty="0"/>
          </a:p>
          <a:p>
            <a:r>
              <a:rPr lang="en-US" sz="1550" b="1" dirty="0"/>
              <a:t>Power BI Desktop:</a:t>
            </a:r>
            <a:r>
              <a:rPr lang="en-US" sz="1550" dirty="0"/>
              <a:t> For reporting and analysis.</a:t>
            </a:r>
            <a:endParaRPr lang="en-IN" sz="1550" dirty="0"/>
          </a:p>
          <a:p>
            <a:r>
              <a:rPr lang="en-US" sz="1550" b="1" dirty="0"/>
              <a:t>GitHub:</a:t>
            </a:r>
            <a:r>
              <a:rPr lang="en-US" sz="1550" dirty="0"/>
              <a:t> Version control and collaboration.</a:t>
            </a:r>
            <a:endParaRPr lang="en-IN" sz="1550" dirty="0"/>
          </a:p>
          <a:p>
            <a:r>
              <a:rPr lang="en-US" sz="1550" b="1" dirty="0"/>
              <a:t>Pickle:</a:t>
            </a:r>
            <a:r>
              <a:rPr lang="en-US" sz="1550" dirty="0"/>
              <a:t> Saving and loading trained models.</a:t>
            </a:r>
            <a:endParaRPr lang="en-IN" sz="1550" dirty="0"/>
          </a:p>
          <a:p>
            <a:endParaRPr lang="en-IN" dirty="0"/>
          </a:p>
        </p:txBody>
      </p:sp>
      <p:pic>
        <p:nvPicPr>
          <p:cNvPr id="45" name="Picture 44"/>
          <p:cNvPicPr>
            <a:picLocks noChangeAspect="1"/>
          </p:cNvPicPr>
          <p:nvPr/>
        </p:nvPicPr>
        <p:blipFill>
          <a:blip r:embed="rId4"/>
          <a:stretch>
            <a:fillRect/>
          </a:stretch>
        </p:blipFill>
        <p:spPr>
          <a:xfrm>
            <a:off x="18311" y="689293"/>
            <a:ext cx="9144000" cy="4040293"/>
          </a:xfrm>
          <a:prstGeom prst="rect">
            <a:avLst/>
          </a:prstGeom>
        </p:spPr>
      </p:pic>
    </p:spTree>
    <p:extLst>
      <p:ext uri="{BB962C8B-B14F-4D97-AF65-F5344CB8AC3E}">
        <p14:creationId xmlns:p14="http://schemas.microsoft.com/office/powerpoint/2010/main" val="284379054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IN"/>
          </a:p>
        </p:txBody>
      </p:sp>
      <p:sp>
        <p:nvSpPr>
          <p:cNvPr id="2" name="Slide Number Placeholder 1"/>
          <p:cNvSpPr>
            <a:spLocks noGrp="1"/>
          </p:cNvSpPr>
          <p:nvPr>
            <p:ph type="sldNum" sz="quarter" idx="12"/>
          </p:nvPr>
        </p:nvSpPr>
        <p:spPr/>
        <p:txBody>
          <a:bodyPr/>
          <a:lstStyle/>
          <a:p>
            <a:fld id="{08FC1071-F2DF-4CA9-AA63-FF97A16BD739}" type="slidenum">
              <a:rPr lang="en-IN" smtClean="0">
                <a:solidFill>
                  <a:schemeClr val="bg1"/>
                </a:solidFill>
              </a:rPr>
              <a:pPr/>
              <a:t>5</a:t>
            </a:fld>
            <a:endParaRPr lang="en-IN" dirty="0">
              <a:solidFill>
                <a:schemeClr val="bg1"/>
              </a:solidFill>
            </a:endParaRPr>
          </a:p>
        </p:txBody>
      </p:sp>
      <p:sp>
        <p:nvSpPr>
          <p:cNvPr id="485380" name="Rectangle 4"/>
          <p:cNvSpPr>
            <a:spLocks noChangeArrowheads="1"/>
          </p:cNvSpPr>
          <p:nvPr/>
        </p:nvSpPr>
        <p:spPr bwMode="auto">
          <a:xfrm>
            <a:off x="0" y="0"/>
            <a:ext cx="9144000" cy="719679"/>
          </a:xfrm>
          <a:prstGeom prst="rect">
            <a:avLst/>
          </a:prstGeom>
          <a:solidFill>
            <a:srgbClr val="71161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485381" name="Text Box 5"/>
          <p:cNvSpPr txBox="1">
            <a:spLocks noChangeArrowheads="1"/>
          </p:cNvSpPr>
          <p:nvPr/>
        </p:nvSpPr>
        <p:spPr bwMode="auto">
          <a:xfrm>
            <a:off x="0" y="0"/>
            <a:ext cx="617271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sz="2400" b="1" dirty="0" smtClean="0">
                <a:solidFill>
                  <a:schemeClr val="bg1"/>
                </a:solidFill>
                <a:latin typeface="Calibri" pitchFamily="34" charset="0"/>
                <a:ea typeface="ＭＳ Ｐゴシック" pitchFamily="-28" charset="-128"/>
              </a:rPr>
              <a:t>Context Diagram (Overall Project)</a:t>
            </a:r>
          </a:p>
        </p:txBody>
      </p:sp>
      <p:sp>
        <p:nvSpPr>
          <p:cNvPr id="485384" name="Rectangle 8"/>
          <p:cNvSpPr>
            <a:spLocks noChangeArrowheads="1"/>
          </p:cNvSpPr>
          <p:nvPr/>
        </p:nvSpPr>
        <p:spPr bwMode="auto">
          <a:xfrm>
            <a:off x="0" y="6492064"/>
            <a:ext cx="9144000" cy="365936"/>
          </a:xfrm>
          <a:prstGeom prst="rect">
            <a:avLst/>
          </a:prstGeom>
          <a:solidFill>
            <a:srgbClr val="71161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pic>
        <p:nvPicPr>
          <p:cNvPr id="485394" name="Picture 18" descr="Teerthanker Mahaveer University"/>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72712" y="33879"/>
            <a:ext cx="2952750" cy="685800"/>
          </a:xfrm>
          <a:prstGeom prst="rect">
            <a:avLst/>
          </a:prstGeom>
          <a:noFill/>
          <a:extLst>
            <a:ext uri="{909E8E84-426E-40DD-AFC4-6F175D3DCCD1}">
              <a14:hiddenFill xmlns:a14="http://schemas.microsoft.com/office/drawing/2010/main">
                <a:solidFill>
                  <a:srgbClr val="FFFFFF"/>
                </a:solidFill>
              </a14:hiddenFill>
            </a:ext>
          </a:extLst>
        </p:spPr>
      </p:pic>
      <p:sp>
        <p:nvSpPr>
          <p:cNvPr id="14" name="Slide Number Placeholder 3"/>
          <p:cNvSpPr txBox="1">
            <a:spLocks/>
          </p:cNvSpPr>
          <p:nvPr/>
        </p:nvSpPr>
        <p:spPr>
          <a:xfrm>
            <a:off x="0" y="6492875"/>
            <a:ext cx="467072"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8FC1071-F2DF-4CA9-AA63-FF97A16BD739}" type="slidenum">
              <a:rPr lang="en-IN" smtClean="0">
                <a:solidFill>
                  <a:schemeClr val="bg1"/>
                </a:solidFill>
              </a:rPr>
              <a:pPr/>
              <a:t>5</a:t>
            </a:fld>
            <a:endParaRPr lang="en-IN" dirty="0">
              <a:solidFill>
                <a:schemeClr val="bg1"/>
              </a:solidFill>
            </a:endParaRPr>
          </a:p>
        </p:txBody>
      </p:sp>
      <p:pic>
        <p:nvPicPr>
          <p:cNvPr id="7" name="Content Placeholder 6"/>
          <p:cNvPicPr>
            <a:picLocks noGrp="1" noChangeAspect="1"/>
          </p:cNvPicPr>
          <p:nvPr>
            <p:ph idx="1"/>
          </p:nvPr>
        </p:nvPicPr>
        <p:blipFill rotWithShape="1">
          <a:blip r:embed="rId4">
            <a:extLst>
              <a:ext uri="{28A0092B-C50C-407E-A947-70E740481C1C}">
                <a14:useLocalDpi xmlns:a14="http://schemas.microsoft.com/office/drawing/2010/main" val="0"/>
              </a:ext>
            </a:extLst>
          </a:blip>
          <a:srcRect l="6854" t="27493" r="3979" b="23462"/>
          <a:stretch/>
        </p:blipFill>
        <p:spPr>
          <a:xfrm>
            <a:off x="0" y="719680"/>
            <a:ext cx="9144000" cy="5771574"/>
          </a:xfrm>
        </p:spPr>
      </p:pic>
    </p:spTree>
    <p:extLst>
      <p:ext uri="{BB962C8B-B14F-4D97-AF65-F5344CB8AC3E}">
        <p14:creationId xmlns:p14="http://schemas.microsoft.com/office/powerpoint/2010/main" val="342991593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rotWithShape="1">
          <a:blip r:embed="rId3">
            <a:extLst>
              <a:ext uri="{28A0092B-C50C-407E-A947-70E740481C1C}">
                <a14:useLocalDpi xmlns:a14="http://schemas.microsoft.com/office/drawing/2010/main" val="0"/>
              </a:ext>
            </a:extLst>
          </a:blip>
          <a:srcRect l="4374" t="14317" r="3341" b="33680"/>
          <a:stretch/>
        </p:blipFill>
        <p:spPr>
          <a:xfrm>
            <a:off x="-1" y="753558"/>
            <a:ext cx="9160823" cy="5737695"/>
          </a:xfrm>
        </p:spPr>
      </p:pic>
      <p:sp>
        <p:nvSpPr>
          <p:cNvPr id="2" name="Slide Number Placeholder 1"/>
          <p:cNvSpPr>
            <a:spLocks noGrp="1"/>
          </p:cNvSpPr>
          <p:nvPr>
            <p:ph type="sldNum" sz="quarter" idx="12"/>
          </p:nvPr>
        </p:nvSpPr>
        <p:spPr/>
        <p:txBody>
          <a:bodyPr/>
          <a:lstStyle/>
          <a:p>
            <a:fld id="{08FC1071-F2DF-4CA9-AA63-FF97A16BD739}" type="slidenum">
              <a:rPr lang="en-IN" smtClean="0">
                <a:solidFill>
                  <a:schemeClr val="bg1"/>
                </a:solidFill>
              </a:rPr>
              <a:pPr/>
              <a:t>6</a:t>
            </a:fld>
            <a:endParaRPr lang="en-IN" dirty="0">
              <a:solidFill>
                <a:schemeClr val="bg1"/>
              </a:solidFill>
            </a:endParaRPr>
          </a:p>
        </p:txBody>
      </p:sp>
      <p:sp>
        <p:nvSpPr>
          <p:cNvPr id="485380" name="Rectangle 4"/>
          <p:cNvSpPr>
            <a:spLocks noChangeArrowheads="1"/>
          </p:cNvSpPr>
          <p:nvPr/>
        </p:nvSpPr>
        <p:spPr bwMode="auto">
          <a:xfrm>
            <a:off x="0" y="0"/>
            <a:ext cx="9144000" cy="719679"/>
          </a:xfrm>
          <a:prstGeom prst="rect">
            <a:avLst/>
          </a:prstGeom>
          <a:solidFill>
            <a:srgbClr val="71161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485381" name="Text Box 5"/>
          <p:cNvSpPr txBox="1">
            <a:spLocks noChangeArrowheads="1"/>
          </p:cNvSpPr>
          <p:nvPr/>
        </p:nvSpPr>
        <p:spPr bwMode="auto">
          <a:xfrm>
            <a:off x="0" y="0"/>
            <a:ext cx="617271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sz="2400" b="1" dirty="0" smtClean="0">
                <a:solidFill>
                  <a:schemeClr val="bg1"/>
                </a:solidFill>
                <a:latin typeface="Calibri" pitchFamily="34" charset="0"/>
                <a:ea typeface="ＭＳ Ｐゴシック" pitchFamily="-28" charset="-128"/>
              </a:rPr>
              <a:t>Entity Relationship Diagram (ERD)</a:t>
            </a:r>
          </a:p>
        </p:txBody>
      </p:sp>
      <p:sp>
        <p:nvSpPr>
          <p:cNvPr id="485384" name="Rectangle 8"/>
          <p:cNvSpPr>
            <a:spLocks noChangeArrowheads="1"/>
          </p:cNvSpPr>
          <p:nvPr/>
        </p:nvSpPr>
        <p:spPr bwMode="auto">
          <a:xfrm>
            <a:off x="0" y="6492064"/>
            <a:ext cx="9144000" cy="365936"/>
          </a:xfrm>
          <a:prstGeom prst="rect">
            <a:avLst/>
          </a:prstGeom>
          <a:solidFill>
            <a:srgbClr val="71161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pic>
        <p:nvPicPr>
          <p:cNvPr id="485394" name="Picture 18" descr="Teerthanker Mahaveer University"/>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72712" y="33879"/>
            <a:ext cx="2952750" cy="685800"/>
          </a:xfrm>
          <a:prstGeom prst="rect">
            <a:avLst/>
          </a:prstGeom>
          <a:noFill/>
          <a:extLst>
            <a:ext uri="{909E8E84-426E-40DD-AFC4-6F175D3DCCD1}">
              <a14:hiddenFill xmlns:a14="http://schemas.microsoft.com/office/drawing/2010/main">
                <a:solidFill>
                  <a:srgbClr val="FFFFFF"/>
                </a:solidFill>
              </a14:hiddenFill>
            </a:ext>
          </a:extLst>
        </p:spPr>
      </p:pic>
      <p:sp>
        <p:nvSpPr>
          <p:cNvPr id="14" name="Slide Number Placeholder 3"/>
          <p:cNvSpPr txBox="1">
            <a:spLocks/>
          </p:cNvSpPr>
          <p:nvPr/>
        </p:nvSpPr>
        <p:spPr>
          <a:xfrm>
            <a:off x="0" y="6492875"/>
            <a:ext cx="467072"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8FC1071-F2DF-4CA9-AA63-FF97A16BD739}" type="slidenum">
              <a:rPr lang="en-IN" smtClean="0">
                <a:solidFill>
                  <a:schemeClr val="bg1"/>
                </a:solidFill>
              </a:rPr>
              <a:pPr/>
              <a:t>6</a:t>
            </a:fld>
            <a:endParaRPr lang="en-IN" dirty="0">
              <a:solidFill>
                <a:schemeClr val="bg1"/>
              </a:solidFill>
            </a:endParaRPr>
          </a:p>
        </p:txBody>
      </p:sp>
      <p:pic>
        <p:nvPicPr>
          <p:cNvPr id="5" name="Picture 4"/>
          <p:cNvPicPr>
            <a:picLocks noChangeAspect="1"/>
          </p:cNvPicPr>
          <p:nvPr/>
        </p:nvPicPr>
        <p:blipFill>
          <a:blip r:embed="rId5"/>
          <a:stretch>
            <a:fillRect/>
          </a:stretch>
        </p:blipFill>
        <p:spPr>
          <a:xfrm>
            <a:off x="4788024" y="1412776"/>
            <a:ext cx="4337438" cy="2304255"/>
          </a:xfrm>
          <a:prstGeom prst="rect">
            <a:avLst/>
          </a:prstGeom>
        </p:spPr>
      </p:pic>
    </p:spTree>
    <p:extLst>
      <p:ext uri="{BB962C8B-B14F-4D97-AF65-F5344CB8AC3E}">
        <p14:creationId xmlns:p14="http://schemas.microsoft.com/office/powerpoint/2010/main" val="342991593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IN"/>
          </a:p>
        </p:txBody>
      </p:sp>
      <p:sp>
        <p:nvSpPr>
          <p:cNvPr id="2" name="Slide Number Placeholder 1"/>
          <p:cNvSpPr>
            <a:spLocks noGrp="1"/>
          </p:cNvSpPr>
          <p:nvPr>
            <p:ph type="sldNum" sz="quarter" idx="12"/>
          </p:nvPr>
        </p:nvSpPr>
        <p:spPr/>
        <p:txBody>
          <a:bodyPr/>
          <a:lstStyle/>
          <a:p>
            <a:fld id="{08FC1071-F2DF-4CA9-AA63-FF97A16BD739}" type="slidenum">
              <a:rPr lang="en-IN" smtClean="0">
                <a:solidFill>
                  <a:schemeClr val="bg1"/>
                </a:solidFill>
              </a:rPr>
              <a:pPr/>
              <a:t>7</a:t>
            </a:fld>
            <a:endParaRPr lang="en-IN" dirty="0">
              <a:solidFill>
                <a:schemeClr val="bg1"/>
              </a:solidFill>
            </a:endParaRPr>
          </a:p>
        </p:txBody>
      </p:sp>
      <p:sp>
        <p:nvSpPr>
          <p:cNvPr id="485380" name="Rectangle 4"/>
          <p:cNvSpPr>
            <a:spLocks noChangeArrowheads="1"/>
          </p:cNvSpPr>
          <p:nvPr/>
        </p:nvSpPr>
        <p:spPr bwMode="auto">
          <a:xfrm>
            <a:off x="0" y="0"/>
            <a:ext cx="9144000" cy="719679"/>
          </a:xfrm>
          <a:prstGeom prst="rect">
            <a:avLst/>
          </a:prstGeom>
          <a:solidFill>
            <a:srgbClr val="71161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485381" name="Text Box 5"/>
          <p:cNvSpPr txBox="1">
            <a:spLocks noChangeArrowheads="1"/>
          </p:cNvSpPr>
          <p:nvPr/>
        </p:nvSpPr>
        <p:spPr bwMode="auto">
          <a:xfrm>
            <a:off x="0" y="0"/>
            <a:ext cx="617271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sz="2400" b="1" dirty="0" smtClean="0">
                <a:solidFill>
                  <a:schemeClr val="bg1"/>
                </a:solidFill>
                <a:latin typeface="Calibri" pitchFamily="34" charset="0"/>
                <a:ea typeface="ＭＳ Ｐゴシック" pitchFamily="-28" charset="-128"/>
              </a:rPr>
              <a:t>Data Flow Diagram (DFD)</a:t>
            </a:r>
            <a:endParaRPr lang="en-US" b="1" dirty="0">
              <a:solidFill>
                <a:schemeClr val="bg1"/>
              </a:solidFill>
              <a:latin typeface="Calibri" pitchFamily="34" charset="0"/>
              <a:ea typeface="ＭＳ Ｐゴシック" pitchFamily="-28" charset="-128"/>
            </a:endParaRPr>
          </a:p>
        </p:txBody>
      </p:sp>
      <p:sp>
        <p:nvSpPr>
          <p:cNvPr id="485384" name="Rectangle 8"/>
          <p:cNvSpPr>
            <a:spLocks noChangeArrowheads="1"/>
          </p:cNvSpPr>
          <p:nvPr/>
        </p:nvSpPr>
        <p:spPr bwMode="auto">
          <a:xfrm>
            <a:off x="0" y="6492064"/>
            <a:ext cx="9144000" cy="365936"/>
          </a:xfrm>
          <a:prstGeom prst="rect">
            <a:avLst/>
          </a:prstGeom>
          <a:solidFill>
            <a:srgbClr val="71161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pic>
        <p:nvPicPr>
          <p:cNvPr id="485394" name="Picture 18" descr="Teerthanker Mahaveer University"/>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72712" y="33879"/>
            <a:ext cx="2952750" cy="685800"/>
          </a:xfrm>
          <a:prstGeom prst="rect">
            <a:avLst/>
          </a:prstGeom>
          <a:noFill/>
          <a:extLst>
            <a:ext uri="{909E8E84-426E-40DD-AFC4-6F175D3DCCD1}">
              <a14:hiddenFill xmlns:a14="http://schemas.microsoft.com/office/drawing/2010/main">
                <a:solidFill>
                  <a:srgbClr val="FFFFFF"/>
                </a:solidFill>
              </a14:hiddenFill>
            </a:ext>
          </a:extLst>
        </p:spPr>
      </p:pic>
      <p:sp>
        <p:nvSpPr>
          <p:cNvPr id="14" name="Slide Number Placeholder 3"/>
          <p:cNvSpPr txBox="1">
            <a:spLocks/>
          </p:cNvSpPr>
          <p:nvPr/>
        </p:nvSpPr>
        <p:spPr>
          <a:xfrm>
            <a:off x="0" y="6492875"/>
            <a:ext cx="467072"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8FC1071-F2DF-4CA9-AA63-FF97A16BD739}" type="slidenum">
              <a:rPr lang="en-IN" smtClean="0">
                <a:solidFill>
                  <a:schemeClr val="bg1"/>
                </a:solidFill>
              </a:rPr>
              <a:pPr/>
              <a:t>7</a:t>
            </a:fld>
            <a:endParaRPr lang="en-IN" dirty="0">
              <a:solidFill>
                <a:schemeClr val="bg1"/>
              </a:solidFill>
            </a:endParaRPr>
          </a:p>
        </p:txBody>
      </p:sp>
      <p:pic>
        <p:nvPicPr>
          <p:cNvPr id="12" name="Content Placeholder 11"/>
          <p:cNvPicPr>
            <a:picLocks noGrp="1" noChangeAspect="1"/>
          </p:cNvPicPr>
          <p:nvPr>
            <p:ph idx="1"/>
          </p:nvPr>
        </p:nvPicPr>
        <p:blipFill rotWithShape="1">
          <a:blip r:embed="rId4">
            <a:extLst>
              <a:ext uri="{28A0092B-C50C-407E-A947-70E740481C1C}">
                <a14:useLocalDpi xmlns:a14="http://schemas.microsoft.com/office/drawing/2010/main" val="0"/>
              </a:ext>
            </a:extLst>
          </a:blip>
          <a:srcRect l="-1" t="6748" r="27733" b="68010"/>
          <a:stretch/>
        </p:blipFill>
        <p:spPr>
          <a:xfrm>
            <a:off x="-3856" y="752284"/>
            <a:ext cx="5364087" cy="1703072"/>
          </a:xfrm>
        </p:spPr>
      </p:pic>
      <p:pic>
        <p:nvPicPr>
          <p:cNvPr id="16" name="Picture 15"/>
          <p:cNvPicPr>
            <a:picLocks noChangeAspect="1"/>
          </p:cNvPicPr>
          <p:nvPr/>
        </p:nvPicPr>
        <p:blipFill rotWithShape="1">
          <a:blip r:embed="rId5">
            <a:extLst>
              <a:ext uri="{28A0092B-C50C-407E-A947-70E740481C1C}">
                <a14:useLocalDpi xmlns:a14="http://schemas.microsoft.com/office/drawing/2010/main" val="0"/>
              </a:ext>
            </a:extLst>
          </a:blip>
          <a:srcRect l="1355" t="9265" r="1355" b="17652"/>
          <a:stretch/>
        </p:blipFill>
        <p:spPr>
          <a:xfrm>
            <a:off x="16608" y="2455356"/>
            <a:ext cx="5808128" cy="4035897"/>
          </a:xfrm>
          <a:prstGeom prst="rect">
            <a:avLst/>
          </a:prstGeom>
        </p:spPr>
      </p:pic>
      <p:pic>
        <p:nvPicPr>
          <p:cNvPr id="13" name="Picture 12"/>
          <p:cNvPicPr>
            <a:picLocks noChangeAspect="1"/>
          </p:cNvPicPr>
          <p:nvPr/>
        </p:nvPicPr>
        <p:blipFill rotWithShape="1">
          <a:blip r:embed="rId4">
            <a:extLst>
              <a:ext uri="{28A0092B-C50C-407E-A947-70E740481C1C}">
                <a14:useLocalDpi xmlns:a14="http://schemas.microsoft.com/office/drawing/2010/main" val="0"/>
              </a:ext>
            </a:extLst>
          </a:blip>
          <a:srcRect l="26635" t="32150" r="25235" b="32150"/>
          <a:stretch/>
        </p:blipFill>
        <p:spPr>
          <a:xfrm>
            <a:off x="5802103" y="2381735"/>
            <a:ext cx="3300726" cy="2448272"/>
          </a:xfrm>
          <a:prstGeom prst="rect">
            <a:avLst/>
          </a:prstGeom>
        </p:spPr>
      </p:pic>
    </p:spTree>
    <p:extLst>
      <p:ext uri="{BB962C8B-B14F-4D97-AF65-F5344CB8AC3E}">
        <p14:creationId xmlns:p14="http://schemas.microsoft.com/office/powerpoint/2010/main" val="342991593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IN"/>
          </a:p>
        </p:txBody>
      </p:sp>
      <p:sp>
        <p:nvSpPr>
          <p:cNvPr id="2" name="Slide Number Placeholder 1"/>
          <p:cNvSpPr>
            <a:spLocks noGrp="1"/>
          </p:cNvSpPr>
          <p:nvPr>
            <p:ph type="sldNum" sz="quarter" idx="12"/>
          </p:nvPr>
        </p:nvSpPr>
        <p:spPr/>
        <p:txBody>
          <a:bodyPr/>
          <a:lstStyle/>
          <a:p>
            <a:fld id="{08FC1071-F2DF-4CA9-AA63-FF97A16BD739}" type="slidenum">
              <a:rPr lang="en-IN" smtClean="0">
                <a:solidFill>
                  <a:schemeClr val="bg1"/>
                </a:solidFill>
              </a:rPr>
              <a:pPr/>
              <a:t>8</a:t>
            </a:fld>
            <a:endParaRPr lang="en-IN" dirty="0">
              <a:solidFill>
                <a:schemeClr val="bg1"/>
              </a:solidFill>
            </a:endParaRPr>
          </a:p>
        </p:txBody>
      </p:sp>
      <p:sp>
        <p:nvSpPr>
          <p:cNvPr id="485380" name="Rectangle 4"/>
          <p:cNvSpPr>
            <a:spLocks noChangeArrowheads="1"/>
          </p:cNvSpPr>
          <p:nvPr/>
        </p:nvSpPr>
        <p:spPr bwMode="auto">
          <a:xfrm>
            <a:off x="0" y="0"/>
            <a:ext cx="9144000" cy="719679"/>
          </a:xfrm>
          <a:prstGeom prst="rect">
            <a:avLst/>
          </a:prstGeom>
          <a:solidFill>
            <a:srgbClr val="71161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485381" name="Text Box 5"/>
          <p:cNvSpPr txBox="1">
            <a:spLocks noChangeArrowheads="1"/>
          </p:cNvSpPr>
          <p:nvPr/>
        </p:nvSpPr>
        <p:spPr bwMode="auto">
          <a:xfrm>
            <a:off x="0" y="0"/>
            <a:ext cx="617271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sz="2400" b="1" dirty="0" smtClean="0">
                <a:solidFill>
                  <a:schemeClr val="bg1"/>
                </a:solidFill>
                <a:latin typeface="Calibri" pitchFamily="34" charset="0"/>
                <a:ea typeface="ＭＳ Ｐゴシック" pitchFamily="-28" charset="-128"/>
              </a:rPr>
              <a:t>Data Flow Diagram (DFD)</a:t>
            </a:r>
            <a:endParaRPr lang="en-US" b="1" dirty="0">
              <a:solidFill>
                <a:schemeClr val="bg1"/>
              </a:solidFill>
              <a:latin typeface="Calibri" pitchFamily="34" charset="0"/>
              <a:ea typeface="ＭＳ Ｐゴシック" pitchFamily="-28" charset="-128"/>
            </a:endParaRPr>
          </a:p>
        </p:txBody>
      </p:sp>
      <p:sp>
        <p:nvSpPr>
          <p:cNvPr id="485384" name="Rectangle 8"/>
          <p:cNvSpPr>
            <a:spLocks noChangeArrowheads="1"/>
          </p:cNvSpPr>
          <p:nvPr/>
        </p:nvSpPr>
        <p:spPr bwMode="auto">
          <a:xfrm>
            <a:off x="0" y="6492064"/>
            <a:ext cx="9144000" cy="365936"/>
          </a:xfrm>
          <a:prstGeom prst="rect">
            <a:avLst/>
          </a:prstGeom>
          <a:solidFill>
            <a:srgbClr val="71161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pic>
        <p:nvPicPr>
          <p:cNvPr id="485394" name="Picture 18" descr="Teerthanker Mahaveer University"/>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72712" y="33879"/>
            <a:ext cx="2952750" cy="685800"/>
          </a:xfrm>
          <a:prstGeom prst="rect">
            <a:avLst/>
          </a:prstGeom>
          <a:noFill/>
          <a:extLst>
            <a:ext uri="{909E8E84-426E-40DD-AFC4-6F175D3DCCD1}">
              <a14:hiddenFill xmlns:a14="http://schemas.microsoft.com/office/drawing/2010/main">
                <a:solidFill>
                  <a:srgbClr val="FFFFFF"/>
                </a:solidFill>
              </a14:hiddenFill>
            </a:ext>
          </a:extLst>
        </p:spPr>
      </p:pic>
      <p:sp>
        <p:nvSpPr>
          <p:cNvPr id="14" name="Slide Number Placeholder 3"/>
          <p:cNvSpPr txBox="1">
            <a:spLocks/>
          </p:cNvSpPr>
          <p:nvPr/>
        </p:nvSpPr>
        <p:spPr>
          <a:xfrm>
            <a:off x="0" y="6492875"/>
            <a:ext cx="467072"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8FC1071-F2DF-4CA9-AA63-FF97A16BD739}" type="slidenum">
              <a:rPr lang="en-IN" smtClean="0">
                <a:solidFill>
                  <a:schemeClr val="bg1"/>
                </a:solidFill>
              </a:rPr>
              <a:pPr/>
              <a:t>8</a:t>
            </a:fld>
            <a:endParaRPr lang="en-IN" dirty="0">
              <a:solidFill>
                <a:schemeClr val="bg1"/>
              </a:solidFill>
            </a:endParaRPr>
          </a:p>
        </p:txBody>
      </p:sp>
      <p:pic>
        <p:nvPicPr>
          <p:cNvPr id="6" name="Content Placeholder 5"/>
          <p:cNvPicPr>
            <a:picLocks noGrp="1" noChangeAspect="1"/>
          </p:cNvPicPr>
          <p:nvPr>
            <p:ph idx="1"/>
          </p:nvPr>
        </p:nvPicPr>
        <p:blipFill rotWithShape="1">
          <a:blip r:embed="rId4">
            <a:extLst>
              <a:ext uri="{28A0092B-C50C-407E-A947-70E740481C1C}">
                <a14:useLocalDpi xmlns:a14="http://schemas.microsoft.com/office/drawing/2010/main" val="0"/>
              </a:ext>
            </a:extLst>
          </a:blip>
          <a:srcRect r="4667" b="76009"/>
          <a:stretch/>
        </p:blipFill>
        <p:spPr>
          <a:xfrm>
            <a:off x="-4228" y="722043"/>
            <a:ext cx="6310832" cy="1588152"/>
          </a:xfrm>
        </p:spPr>
      </p:pic>
      <p:pic>
        <p:nvPicPr>
          <p:cNvPr id="7" name="Picture 6"/>
          <p:cNvPicPr>
            <a:picLocks noChangeAspect="1"/>
          </p:cNvPicPr>
          <p:nvPr/>
        </p:nvPicPr>
        <p:blipFill rotWithShape="1">
          <a:blip r:embed="rId4">
            <a:extLst>
              <a:ext uri="{28A0092B-C50C-407E-A947-70E740481C1C}">
                <a14:useLocalDpi xmlns:a14="http://schemas.microsoft.com/office/drawing/2010/main" val="0"/>
              </a:ext>
            </a:extLst>
          </a:blip>
          <a:srcRect l="34082" t="23751" r="35470" b="22700"/>
          <a:stretch/>
        </p:blipFill>
        <p:spPr>
          <a:xfrm>
            <a:off x="7023843" y="1769667"/>
            <a:ext cx="2088232" cy="3672408"/>
          </a:xfrm>
          <a:prstGeom prst="rect">
            <a:avLst/>
          </a:prstGeom>
        </p:spPr>
      </p:pic>
      <p:pic>
        <p:nvPicPr>
          <p:cNvPr id="9" name="Picture 8"/>
          <p:cNvPicPr>
            <a:picLocks noChangeAspect="1"/>
          </p:cNvPicPr>
          <p:nvPr/>
        </p:nvPicPr>
        <p:blipFill rotWithShape="1">
          <a:blip r:embed="rId5">
            <a:extLst>
              <a:ext uri="{28A0092B-C50C-407E-A947-70E740481C1C}">
                <a14:useLocalDpi xmlns:a14="http://schemas.microsoft.com/office/drawing/2010/main" val="0"/>
              </a:ext>
            </a:extLst>
          </a:blip>
          <a:srcRect t="7683" b="13614"/>
          <a:stretch/>
        </p:blipFill>
        <p:spPr>
          <a:xfrm>
            <a:off x="-1" y="2310194"/>
            <a:ext cx="7092281" cy="4181059"/>
          </a:xfrm>
          <a:prstGeom prst="rect">
            <a:avLst/>
          </a:prstGeom>
        </p:spPr>
      </p:pic>
    </p:spTree>
    <p:extLst>
      <p:ext uri="{BB962C8B-B14F-4D97-AF65-F5344CB8AC3E}">
        <p14:creationId xmlns:p14="http://schemas.microsoft.com/office/powerpoint/2010/main" val="179941386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IN"/>
          </a:p>
        </p:txBody>
      </p:sp>
      <p:sp>
        <p:nvSpPr>
          <p:cNvPr id="2" name="Slide Number Placeholder 1"/>
          <p:cNvSpPr>
            <a:spLocks noGrp="1"/>
          </p:cNvSpPr>
          <p:nvPr>
            <p:ph type="sldNum" sz="quarter" idx="12"/>
          </p:nvPr>
        </p:nvSpPr>
        <p:spPr/>
        <p:txBody>
          <a:bodyPr/>
          <a:lstStyle/>
          <a:p>
            <a:fld id="{08FC1071-F2DF-4CA9-AA63-FF97A16BD739}" type="slidenum">
              <a:rPr lang="en-IN" smtClean="0">
                <a:solidFill>
                  <a:schemeClr val="bg1"/>
                </a:solidFill>
              </a:rPr>
              <a:pPr/>
              <a:t>9</a:t>
            </a:fld>
            <a:endParaRPr lang="en-IN" dirty="0">
              <a:solidFill>
                <a:schemeClr val="bg1"/>
              </a:solidFill>
            </a:endParaRPr>
          </a:p>
        </p:txBody>
      </p:sp>
      <p:sp>
        <p:nvSpPr>
          <p:cNvPr id="485380" name="Rectangle 4"/>
          <p:cNvSpPr>
            <a:spLocks noChangeArrowheads="1"/>
          </p:cNvSpPr>
          <p:nvPr/>
        </p:nvSpPr>
        <p:spPr bwMode="auto">
          <a:xfrm>
            <a:off x="0" y="0"/>
            <a:ext cx="9144000" cy="719679"/>
          </a:xfrm>
          <a:prstGeom prst="rect">
            <a:avLst/>
          </a:prstGeom>
          <a:solidFill>
            <a:srgbClr val="71161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485381" name="Text Box 5"/>
          <p:cNvSpPr txBox="1">
            <a:spLocks noChangeArrowheads="1"/>
          </p:cNvSpPr>
          <p:nvPr/>
        </p:nvSpPr>
        <p:spPr bwMode="auto">
          <a:xfrm>
            <a:off x="0" y="0"/>
            <a:ext cx="617271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sz="2400" b="1" dirty="0" smtClean="0">
                <a:solidFill>
                  <a:schemeClr val="bg1"/>
                </a:solidFill>
                <a:latin typeface="Calibri" pitchFamily="34" charset="0"/>
                <a:ea typeface="ＭＳ Ｐゴシック" pitchFamily="-28" charset="-128"/>
              </a:rPr>
              <a:t>Data Flow Diagram (DFD)</a:t>
            </a:r>
            <a:endParaRPr lang="en-US" b="1" dirty="0">
              <a:solidFill>
                <a:schemeClr val="bg1"/>
              </a:solidFill>
              <a:latin typeface="Calibri" pitchFamily="34" charset="0"/>
              <a:ea typeface="ＭＳ Ｐゴシック" pitchFamily="-28" charset="-128"/>
            </a:endParaRPr>
          </a:p>
        </p:txBody>
      </p:sp>
      <p:sp>
        <p:nvSpPr>
          <p:cNvPr id="485384" name="Rectangle 8"/>
          <p:cNvSpPr>
            <a:spLocks noChangeArrowheads="1"/>
          </p:cNvSpPr>
          <p:nvPr/>
        </p:nvSpPr>
        <p:spPr bwMode="auto">
          <a:xfrm>
            <a:off x="0" y="6597352"/>
            <a:ext cx="9144000" cy="260648"/>
          </a:xfrm>
          <a:prstGeom prst="rect">
            <a:avLst/>
          </a:prstGeom>
          <a:solidFill>
            <a:srgbClr val="71161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pic>
        <p:nvPicPr>
          <p:cNvPr id="485394" name="Picture 18" descr="Teerthanker Mahaveer University"/>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72712" y="33879"/>
            <a:ext cx="2952750" cy="685800"/>
          </a:xfrm>
          <a:prstGeom prst="rect">
            <a:avLst/>
          </a:prstGeom>
          <a:noFill/>
          <a:extLst>
            <a:ext uri="{909E8E84-426E-40DD-AFC4-6F175D3DCCD1}">
              <a14:hiddenFill xmlns:a14="http://schemas.microsoft.com/office/drawing/2010/main">
                <a:solidFill>
                  <a:srgbClr val="FFFFFF"/>
                </a:solidFill>
              </a14:hiddenFill>
            </a:ext>
          </a:extLst>
        </p:spPr>
      </p:pic>
      <p:sp>
        <p:nvSpPr>
          <p:cNvPr id="14" name="Slide Number Placeholder 3"/>
          <p:cNvSpPr txBox="1">
            <a:spLocks/>
          </p:cNvSpPr>
          <p:nvPr/>
        </p:nvSpPr>
        <p:spPr>
          <a:xfrm>
            <a:off x="-3856" y="6545113"/>
            <a:ext cx="467072"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8FC1071-F2DF-4CA9-AA63-FF97A16BD739}" type="slidenum">
              <a:rPr lang="en-IN" smtClean="0">
                <a:solidFill>
                  <a:schemeClr val="bg1"/>
                </a:solidFill>
              </a:rPr>
              <a:pPr/>
              <a:t>9</a:t>
            </a:fld>
            <a:endParaRPr lang="en-IN" dirty="0">
              <a:solidFill>
                <a:schemeClr val="bg1"/>
              </a:solidFill>
            </a:endParaRPr>
          </a:p>
        </p:txBody>
      </p:sp>
      <p:pic>
        <p:nvPicPr>
          <p:cNvPr id="4" name="Content Placeholder 3"/>
          <p:cNvPicPr>
            <a:picLocks noGrp="1" noChangeAspect="1"/>
          </p:cNvPicPr>
          <p:nvPr>
            <p:ph idx="1"/>
          </p:nvPr>
        </p:nvPicPr>
        <p:blipFill rotWithShape="1">
          <a:blip r:embed="rId4">
            <a:extLst>
              <a:ext uri="{28A0092B-C50C-407E-A947-70E740481C1C}">
                <a14:useLocalDpi xmlns:a14="http://schemas.microsoft.com/office/drawing/2010/main" val="0"/>
              </a:ext>
            </a:extLst>
          </a:blip>
          <a:srcRect l="3348" t="2123" r="7236" b="91316"/>
          <a:stretch/>
        </p:blipFill>
        <p:spPr>
          <a:xfrm>
            <a:off x="-3856" y="780752"/>
            <a:ext cx="4896544" cy="354360"/>
          </a:xfrm>
        </p:spPr>
      </p:pic>
      <p:pic>
        <p:nvPicPr>
          <p:cNvPr id="6" name="Picture 5"/>
          <p:cNvPicPr>
            <a:picLocks noChangeAspect="1"/>
          </p:cNvPicPr>
          <p:nvPr/>
        </p:nvPicPr>
        <p:blipFill rotWithShape="1">
          <a:blip r:embed="rId4">
            <a:extLst>
              <a:ext uri="{28A0092B-C50C-407E-A947-70E740481C1C}">
                <a14:useLocalDpi xmlns:a14="http://schemas.microsoft.com/office/drawing/2010/main" val="0"/>
              </a:ext>
            </a:extLst>
          </a:blip>
          <a:srcRect l="30050" t="23750" r="35547" b="22701"/>
          <a:stretch/>
        </p:blipFill>
        <p:spPr>
          <a:xfrm>
            <a:off x="6732350" y="2056933"/>
            <a:ext cx="2359306" cy="3672408"/>
          </a:xfrm>
          <a:prstGeom prst="rect">
            <a:avLst/>
          </a:prstGeom>
        </p:spPr>
      </p:pic>
      <p:pic>
        <p:nvPicPr>
          <p:cNvPr id="8" name="Picture 7"/>
          <p:cNvPicPr>
            <a:picLocks noChangeAspect="1"/>
          </p:cNvPicPr>
          <p:nvPr/>
        </p:nvPicPr>
        <p:blipFill rotWithShape="1">
          <a:blip r:embed="rId5">
            <a:extLst>
              <a:ext uri="{28A0092B-C50C-407E-A947-70E740481C1C}">
                <a14:useLocalDpi xmlns:a14="http://schemas.microsoft.com/office/drawing/2010/main" val="0"/>
              </a:ext>
            </a:extLst>
          </a:blip>
          <a:srcRect l="1404" t="15915" b="13626"/>
          <a:stretch/>
        </p:blipFill>
        <p:spPr>
          <a:xfrm>
            <a:off x="5719" y="1135113"/>
            <a:ext cx="7014553" cy="5410000"/>
          </a:xfrm>
          <a:prstGeom prst="rect">
            <a:avLst/>
          </a:prstGeom>
        </p:spPr>
      </p:pic>
    </p:spTree>
    <p:extLst>
      <p:ext uri="{BB962C8B-B14F-4D97-AF65-F5344CB8AC3E}">
        <p14:creationId xmlns:p14="http://schemas.microsoft.com/office/powerpoint/2010/main" val="26159768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rotWithShape="1">
          <a:blip r:embed="rId3">
            <a:extLst>
              <a:ext uri="{28A0092B-C50C-407E-A947-70E740481C1C}">
                <a14:useLocalDpi xmlns:a14="http://schemas.microsoft.com/office/drawing/2010/main" val="0"/>
              </a:ext>
            </a:extLst>
          </a:blip>
          <a:srcRect l="6278" t="18131" r="9294" b="2752"/>
          <a:stretch/>
        </p:blipFill>
        <p:spPr>
          <a:xfrm>
            <a:off x="-3856" y="761376"/>
            <a:ext cx="6037789" cy="5517991"/>
          </a:xfrm>
        </p:spPr>
      </p:pic>
      <p:sp>
        <p:nvSpPr>
          <p:cNvPr id="2" name="Slide Number Placeholder 1"/>
          <p:cNvSpPr>
            <a:spLocks noGrp="1"/>
          </p:cNvSpPr>
          <p:nvPr>
            <p:ph type="sldNum" sz="quarter" idx="12"/>
          </p:nvPr>
        </p:nvSpPr>
        <p:spPr/>
        <p:txBody>
          <a:bodyPr/>
          <a:lstStyle/>
          <a:p>
            <a:fld id="{08FC1071-F2DF-4CA9-AA63-FF97A16BD739}" type="slidenum">
              <a:rPr lang="en-IN" smtClean="0">
                <a:solidFill>
                  <a:schemeClr val="bg1"/>
                </a:solidFill>
              </a:rPr>
              <a:pPr/>
              <a:t>10</a:t>
            </a:fld>
            <a:endParaRPr lang="en-IN" dirty="0">
              <a:solidFill>
                <a:schemeClr val="bg1"/>
              </a:solidFill>
            </a:endParaRPr>
          </a:p>
        </p:txBody>
      </p:sp>
      <p:sp>
        <p:nvSpPr>
          <p:cNvPr id="485380" name="Rectangle 4"/>
          <p:cNvSpPr>
            <a:spLocks noChangeArrowheads="1"/>
          </p:cNvSpPr>
          <p:nvPr/>
        </p:nvSpPr>
        <p:spPr bwMode="auto">
          <a:xfrm>
            <a:off x="0" y="0"/>
            <a:ext cx="9144000" cy="719679"/>
          </a:xfrm>
          <a:prstGeom prst="rect">
            <a:avLst/>
          </a:prstGeom>
          <a:solidFill>
            <a:srgbClr val="71161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485381" name="Text Box 5"/>
          <p:cNvSpPr txBox="1">
            <a:spLocks noChangeArrowheads="1"/>
          </p:cNvSpPr>
          <p:nvPr/>
        </p:nvSpPr>
        <p:spPr bwMode="auto">
          <a:xfrm>
            <a:off x="0" y="0"/>
            <a:ext cx="617271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sz="2400" b="1" dirty="0" smtClean="0">
                <a:solidFill>
                  <a:schemeClr val="bg1"/>
                </a:solidFill>
                <a:latin typeface="Calibri" pitchFamily="34" charset="0"/>
                <a:ea typeface="ＭＳ Ｐゴシック" pitchFamily="-28" charset="-128"/>
              </a:rPr>
              <a:t>Flow Chart</a:t>
            </a:r>
            <a:endParaRPr lang="en-US" b="1" dirty="0">
              <a:solidFill>
                <a:schemeClr val="bg1"/>
              </a:solidFill>
              <a:latin typeface="Calibri" pitchFamily="34" charset="0"/>
              <a:ea typeface="ＭＳ Ｐゴシック" pitchFamily="-28" charset="-128"/>
            </a:endParaRPr>
          </a:p>
        </p:txBody>
      </p:sp>
      <p:sp>
        <p:nvSpPr>
          <p:cNvPr id="485384" name="Rectangle 8"/>
          <p:cNvSpPr>
            <a:spLocks noChangeArrowheads="1"/>
          </p:cNvSpPr>
          <p:nvPr/>
        </p:nvSpPr>
        <p:spPr bwMode="auto">
          <a:xfrm>
            <a:off x="0" y="6492064"/>
            <a:ext cx="9144000" cy="365936"/>
          </a:xfrm>
          <a:prstGeom prst="rect">
            <a:avLst/>
          </a:prstGeom>
          <a:solidFill>
            <a:srgbClr val="71161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pic>
        <p:nvPicPr>
          <p:cNvPr id="485394" name="Picture 18" descr="Teerthanker Mahaveer University"/>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72712" y="33879"/>
            <a:ext cx="2952750" cy="685800"/>
          </a:xfrm>
          <a:prstGeom prst="rect">
            <a:avLst/>
          </a:prstGeom>
          <a:noFill/>
          <a:extLst>
            <a:ext uri="{909E8E84-426E-40DD-AFC4-6F175D3DCCD1}">
              <a14:hiddenFill xmlns:a14="http://schemas.microsoft.com/office/drawing/2010/main">
                <a:solidFill>
                  <a:srgbClr val="FFFFFF"/>
                </a:solidFill>
              </a14:hiddenFill>
            </a:ext>
          </a:extLst>
        </p:spPr>
      </p:pic>
      <p:sp>
        <p:nvSpPr>
          <p:cNvPr id="14" name="Slide Number Placeholder 3"/>
          <p:cNvSpPr txBox="1">
            <a:spLocks/>
          </p:cNvSpPr>
          <p:nvPr/>
        </p:nvSpPr>
        <p:spPr>
          <a:xfrm>
            <a:off x="0" y="6492875"/>
            <a:ext cx="467072"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8FC1071-F2DF-4CA9-AA63-FF97A16BD739}" type="slidenum">
              <a:rPr lang="en-IN" smtClean="0">
                <a:solidFill>
                  <a:schemeClr val="bg1"/>
                </a:solidFill>
              </a:rPr>
              <a:pPr/>
              <a:t>10</a:t>
            </a:fld>
            <a:endParaRPr lang="en-IN" dirty="0">
              <a:solidFill>
                <a:schemeClr val="bg1"/>
              </a:solidFill>
            </a:endParaRPr>
          </a:p>
        </p:txBody>
      </p:sp>
      <p:pic>
        <p:nvPicPr>
          <p:cNvPr id="13" name="Content Placeholder 6"/>
          <p:cNvPicPr>
            <a:picLocks noChangeAspect="1"/>
          </p:cNvPicPr>
          <p:nvPr/>
        </p:nvPicPr>
        <p:blipFill rotWithShape="1">
          <a:blip r:embed="rId5">
            <a:extLst>
              <a:ext uri="{28A0092B-C50C-407E-A947-70E740481C1C}">
                <a14:useLocalDpi xmlns:a14="http://schemas.microsoft.com/office/drawing/2010/main" val="0"/>
              </a:ext>
            </a:extLst>
          </a:blip>
          <a:srcRect l="19334" t="19992" r="19334" b="40446"/>
          <a:stretch/>
        </p:blipFill>
        <p:spPr>
          <a:xfrm>
            <a:off x="5436096" y="932375"/>
            <a:ext cx="3312369" cy="2136626"/>
          </a:xfrm>
          <a:prstGeom prst="rect">
            <a:avLst/>
          </a:prstGeom>
        </p:spPr>
      </p:pic>
      <p:pic>
        <p:nvPicPr>
          <p:cNvPr id="11" name="Picture 10"/>
          <p:cNvPicPr>
            <a:picLocks noChangeAspect="1"/>
          </p:cNvPicPr>
          <p:nvPr/>
        </p:nvPicPr>
        <p:blipFill rotWithShape="1">
          <a:blip r:embed="rId6">
            <a:extLst>
              <a:ext uri="{28A0092B-C50C-407E-A947-70E740481C1C}">
                <a14:useLocalDpi xmlns:a14="http://schemas.microsoft.com/office/drawing/2010/main" val="0"/>
              </a:ext>
            </a:extLst>
          </a:blip>
          <a:srcRect l="2114" t="11366" r="2208" b="21885"/>
          <a:stretch/>
        </p:blipFill>
        <p:spPr>
          <a:xfrm>
            <a:off x="4283968" y="4437112"/>
            <a:ext cx="4841494" cy="2034026"/>
          </a:xfrm>
          <a:prstGeom prst="rect">
            <a:avLst/>
          </a:prstGeom>
        </p:spPr>
      </p:pic>
    </p:spTree>
    <p:extLst>
      <p:ext uri="{BB962C8B-B14F-4D97-AF65-F5344CB8AC3E}">
        <p14:creationId xmlns:p14="http://schemas.microsoft.com/office/powerpoint/2010/main" val="256092849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IN"/>
          </a:p>
        </p:txBody>
      </p:sp>
      <p:sp>
        <p:nvSpPr>
          <p:cNvPr id="2" name="Slide Number Placeholder 1"/>
          <p:cNvSpPr>
            <a:spLocks noGrp="1"/>
          </p:cNvSpPr>
          <p:nvPr>
            <p:ph type="sldNum" sz="quarter" idx="12"/>
          </p:nvPr>
        </p:nvSpPr>
        <p:spPr/>
        <p:txBody>
          <a:bodyPr/>
          <a:lstStyle/>
          <a:p>
            <a:fld id="{08FC1071-F2DF-4CA9-AA63-FF97A16BD739}" type="slidenum">
              <a:rPr lang="en-IN" smtClean="0">
                <a:solidFill>
                  <a:schemeClr val="bg1"/>
                </a:solidFill>
              </a:rPr>
              <a:pPr/>
              <a:t>11</a:t>
            </a:fld>
            <a:endParaRPr lang="en-IN" dirty="0">
              <a:solidFill>
                <a:schemeClr val="bg1"/>
              </a:solidFill>
            </a:endParaRPr>
          </a:p>
        </p:txBody>
      </p:sp>
      <p:sp>
        <p:nvSpPr>
          <p:cNvPr id="485380" name="Rectangle 4"/>
          <p:cNvSpPr>
            <a:spLocks noChangeArrowheads="1"/>
          </p:cNvSpPr>
          <p:nvPr/>
        </p:nvSpPr>
        <p:spPr bwMode="auto">
          <a:xfrm>
            <a:off x="0" y="0"/>
            <a:ext cx="9144000" cy="977467"/>
          </a:xfrm>
          <a:prstGeom prst="rect">
            <a:avLst/>
          </a:prstGeom>
          <a:solidFill>
            <a:srgbClr val="71161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485381" name="Text Box 5"/>
          <p:cNvSpPr txBox="1">
            <a:spLocks noChangeArrowheads="1"/>
          </p:cNvSpPr>
          <p:nvPr/>
        </p:nvSpPr>
        <p:spPr bwMode="auto">
          <a:xfrm>
            <a:off x="0" y="0"/>
            <a:ext cx="617271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sz="2400" b="1" dirty="0" smtClean="0">
                <a:solidFill>
                  <a:schemeClr val="bg1"/>
                </a:solidFill>
                <a:latin typeface="Calibri" pitchFamily="34" charset="0"/>
                <a:ea typeface="ＭＳ Ｐゴシック" pitchFamily="-28" charset="-128"/>
              </a:rPr>
              <a:t>Use Case Diagram</a:t>
            </a:r>
          </a:p>
        </p:txBody>
      </p:sp>
      <p:sp>
        <p:nvSpPr>
          <p:cNvPr id="485384" name="Rectangle 8"/>
          <p:cNvSpPr>
            <a:spLocks noChangeArrowheads="1"/>
          </p:cNvSpPr>
          <p:nvPr/>
        </p:nvSpPr>
        <p:spPr bwMode="auto">
          <a:xfrm>
            <a:off x="0" y="6381328"/>
            <a:ext cx="9144000" cy="476672"/>
          </a:xfrm>
          <a:prstGeom prst="rect">
            <a:avLst/>
          </a:prstGeom>
          <a:solidFill>
            <a:srgbClr val="71161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dirty="0"/>
          </a:p>
        </p:txBody>
      </p:sp>
      <p:pic>
        <p:nvPicPr>
          <p:cNvPr id="485394" name="Picture 18" descr="Teerthanker Mahaveer University"/>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12160" y="77274"/>
            <a:ext cx="2952750" cy="685800"/>
          </a:xfrm>
          <a:prstGeom prst="rect">
            <a:avLst/>
          </a:prstGeom>
          <a:noFill/>
          <a:extLst>
            <a:ext uri="{909E8E84-426E-40DD-AFC4-6F175D3DCCD1}">
              <a14:hiddenFill xmlns:a14="http://schemas.microsoft.com/office/drawing/2010/main">
                <a:solidFill>
                  <a:srgbClr val="FFFFFF"/>
                </a:solidFill>
              </a14:hiddenFill>
            </a:ext>
          </a:extLst>
        </p:spPr>
      </p:pic>
      <p:sp>
        <p:nvSpPr>
          <p:cNvPr id="14" name="Slide Number Placeholder 3"/>
          <p:cNvSpPr txBox="1">
            <a:spLocks/>
          </p:cNvSpPr>
          <p:nvPr/>
        </p:nvSpPr>
        <p:spPr>
          <a:xfrm>
            <a:off x="0" y="6492875"/>
            <a:ext cx="467072"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8FC1071-F2DF-4CA9-AA63-FF97A16BD739}" type="slidenum">
              <a:rPr lang="en-IN" smtClean="0">
                <a:solidFill>
                  <a:schemeClr val="bg1"/>
                </a:solidFill>
              </a:rPr>
              <a:pPr/>
              <a:t>11</a:t>
            </a:fld>
            <a:endParaRPr lang="en-IN" dirty="0">
              <a:solidFill>
                <a:schemeClr val="bg1"/>
              </a:solidFill>
            </a:endParaRPr>
          </a:p>
        </p:txBody>
      </p:sp>
      <p:pic>
        <p:nvPicPr>
          <p:cNvPr id="8" name="Picture 7"/>
          <p:cNvPicPr>
            <a:picLocks noChangeAspect="1"/>
          </p:cNvPicPr>
          <p:nvPr/>
        </p:nvPicPr>
        <p:blipFill rotWithShape="1">
          <a:blip r:embed="rId4">
            <a:extLst>
              <a:ext uri="{28A0092B-C50C-407E-A947-70E740481C1C}">
                <a14:useLocalDpi xmlns:a14="http://schemas.microsoft.com/office/drawing/2010/main" val="0"/>
              </a:ext>
            </a:extLst>
          </a:blip>
          <a:srcRect l="1766" t="7310" b="15706"/>
          <a:stretch/>
        </p:blipFill>
        <p:spPr>
          <a:xfrm>
            <a:off x="18537" y="1124745"/>
            <a:ext cx="9106925" cy="5109305"/>
          </a:xfrm>
          <a:prstGeom prst="rect">
            <a:avLst/>
          </a:prstGeom>
        </p:spPr>
      </p:pic>
    </p:spTree>
    <p:extLst>
      <p:ext uri="{BB962C8B-B14F-4D97-AF65-F5344CB8AC3E}">
        <p14:creationId xmlns:p14="http://schemas.microsoft.com/office/powerpoint/2010/main" val="273713551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IN" dirty="0" smtClean="0"/>
              <a:t>\</a:t>
            </a:r>
            <a:endParaRPr lang="en-IN" dirty="0"/>
          </a:p>
        </p:txBody>
      </p:sp>
      <p:sp>
        <p:nvSpPr>
          <p:cNvPr id="5" name="Content Placeholder 4"/>
          <p:cNvSpPr>
            <a:spLocks noGrp="1"/>
          </p:cNvSpPr>
          <p:nvPr>
            <p:ph idx="1"/>
          </p:nvPr>
        </p:nvSpPr>
        <p:spPr>
          <a:xfrm>
            <a:off x="0" y="719679"/>
            <a:ext cx="9144000" cy="5771574"/>
          </a:xfrm>
        </p:spPr>
        <p:txBody>
          <a:bodyPr>
            <a:normAutofit/>
          </a:bodyPr>
          <a:lstStyle/>
          <a:p>
            <a:pPr marL="0" indent="0">
              <a:buNone/>
            </a:pPr>
            <a:endParaRPr lang="en-US" sz="2150" dirty="0" smtClean="0"/>
          </a:p>
          <a:p>
            <a:pPr marL="0" indent="0">
              <a:buNone/>
            </a:pPr>
            <a:endParaRPr lang="en-US" sz="2150" dirty="0" smtClean="0"/>
          </a:p>
        </p:txBody>
      </p:sp>
      <p:sp>
        <p:nvSpPr>
          <p:cNvPr id="2" name="Slide Number Placeholder 1"/>
          <p:cNvSpPr>
            <a:spLocks noGrp="1"/>
          </p:cNvSpPr>
          <p:nvPr>
            <p:ph type="sldNum" sz="quarter" idx="12"/>
          </p:nvPr>
        </p:nvSpPr>
        <p:spPr/>
        <p:txBody>
          <a:bodyPr/>
          <a:lstStyle/>
          <a:p>
            <a:fld id="{08FC1071-F2DF-4CA9-AA63-FF97A16BD739}" type="slidenum">
              <a:rPr lang="en-IN" smtClean="0">
                <a:solidFill>
                  <a:schemeClr val="bg1"/>
                </a:solidFill>
              </a:rPr>
              <a:pPr/>
              <a:t>12</a:t>
            </a:fld>
            <a:endParaRPr lang="en-IN" dirty="0">
              <a:solidFill>
                <a:schemeClr val="bg1"/>
              </a:solidFill>
            </a:endParaRPr>
          </a:p>
        </p:txBody>
      </p:sp>
      <p:sp>
        <p:nvSpPr>
          <p:cNvPr id="485380" name="Rectangle 4"/>
          <p:cNvSpPr>
            <a:spLocks noChangeArrowheads="1"/>
          </p:cNvSpPr>
          <p:nvPr/>
        </p:nvSpPr>
        <p:spPr bwMode="auto">
          <a:xfrm>
            <a:off x="0" y="-84406"/>
            <a:ext cx="9144000" cy="993126"/>
          </a:xfrm>
          <a:prstGeom prst="rect">
            <a:avLst/>
          </a:prstGeom>
          <a:solidFill>
            <a:srgbClr val="71161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485381" name="Text Box 5"/>
          <p:cNvSpPr txBox="1">
            <a:spLocks noChangeArrowheads="1"/>
          </p:cNvSpPr>
          <p:nvPr/>
        </p:nvSpPr>
        <p:spPr bwMode="auto">
          <a:xfrm>
            <a:off x="0" y="0"/>
            <a:ext cx="617271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sz="2400" b="1" dirty="0" smtClean="0">
                <a:solidFill>
                  <a:schemeClr val="bg1"/>
                </a:solidFill>
                <a:latin typeface="Calibri" pitchFamily="34" charset="0"/>
                <a:ea typeface="ＭＳ Ｐゴシック" pitchFamily="-28" charset="-128"/>
              </a:rPr>
              <a:t>Advantage of The Project</a:t>
            </a:r>
            <a:endParaRPr lang="en-US" b="1" dirty="0">
              <a:solidFill>
                <a:schemeClr val="bg1"/>
              </a:solidFill>
              <a:latin typeface="Calibri" pitchFamily="34" charset="0"/>
              <a:ea typeface="ＭＳ Ｐゴシック" pitchFamily="-28" charset="-128"/>
            </a:endParaRPr>
          </a:p>
        </p:txBody>
      </p:sp>
      <p:sp>
        <p:nvSpPr>
          <p:cNvPr id="485384" name="Rectangle 8"/>
          <p:cNvSpPr>
            <a:spLocks noChangeArrowheads="1"/>
          </p:cNvSpPr>
          <p:nvPr/>
        </p:nvSpPr>
        <p:spPr bwMode="auto">
          <a:xfrm>
            <a:off x="0" y="6237312"/>
            <a:ext cx="9144000" cy="614043"/>
          </a:xfrm>
          <a:prstGeom prst="rect">
            <a:avLst/>
          </a:prstGeom>
          <a:solidFill>
            <a:srgbClr val="71161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IN" dirty="0" smtClean="0">
                <a:solidFill>
                  <a:schemeClr val="bg1"/>
                </a:solidFill>
              </a:rPr>
              <a:t>   </a:t>
            </a:r>
            <a:fld id="{08FC1071-F2DF-4CA9-AA63-FF97A16BD739}" type="slidenum">
              <a:rPr lang="en-IN" smtClean="0">
                <a:solidFill>
                  <a:schemeClr val="bg1"/>
                </a:solidFill>
              </a:rPr>
              <a:pPr/>
              <a:t>12</a:t>
            </a:fld>
            <a:endParaRPr lang="en-IN" dirty="0"/>
          </a:p>
        </p:txBody>
      </p:sp>
      <p:pic>
        <p:nvPicPr>
          <p:cNvPr id="485394" name="Picture 18" descr="Teerthanker Mahaveer University"/>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72712" y="33879"/>
            <a:ext cx="2952750" cy="685800"/>
          </a:xfrm>
          <a:prstGeom prst="rect">
            <a:avLst/>
          </a:prstGeom>
          <a:noFill/>
          <a:extLst>
            <a:ext uri="{909E8E84-426E-40DD-AFC4-6F175D3DCCD1}">
              <a14:hiddenFill xmlns:a14="http://schemas.microsoft.com/office/drawing/2010/main">
                <a:solidFill>
                  <a:srgbClr val="FFFFFF"/>
                </a:solidFill>
              </a14:hiddenFill>
            </a:ext>
          </a:extLst>
        </p:spPr>
      </p:pic>
      <p:sp>
        <p:nvSpPr>
          <p:cNvPr id="14" name="Slide Number Placeholder 3"/>
          <p:cNvSpPr txBox="1">
            <a:spLocks/>
          </p:cNvSpPr>
          <p:nvPr/>
        </p:nvSpPr>
        <p:spPr>
          <a:xfrm>
            <a:off x="0" y="6492875"/>
            <a:ext cx="467072"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N" dirty="0">
              <a:solidFill>
                <a:schemeClr val="bg1"/>
              </a:solidFill>
            </a:endParaRPr>
          </a:p>
        </p:txBody>
      </p:sp>
      <p:pic>
        <p:nvPicPr>
          <p:cNvPr id="4" name="Picture 3"/>
          <p:cNvPicPr>
            <a:picLocks noChangeAspect="1"/>
          </p:cNvPicPr>
          <p:nvPr/>
        </p:nvPicPr>
        <p:blipFill rotWithShape="1">
          <a:blip r:embed="rId4"/>
          <a:srcRect r="2035"/>
          <a:stretch/>
        </p:blipFill>
        <p:spPr>
          <a:xfrm>
            <a:off x="71523" y="1352765"/>
            <a:ext cx="8997096" cy="4534512"/>
          </a:xfrm>
          <a:prstGeom prst="rect">
            <a:avLst/>
          </a:prstGeom>
        </p:spPr>
      </p:pic>
    </p:spTree>
    <p:extLst>
      <p:ext uri="{BB962C8B-B14F-4D97-AF65-F5344CB8AC3E}">
        <p14:creationId xmlns:p14="http://schemas.microsoft.com/office/powerpoint/2010/main" val="258564189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IN"/>
          </a:p>
        </p:txBody>
      </p:sp>
      <p:sp>
        <p:nvSpPr>
          <p:cNvPr id="5" name="Content Placeholder 4"/>
          <p:cNvSpPr>
            <a:spLocks noGrp="1"/>
          </p:cNvSpPr>
          <p:nvPr>
            <p:ph idx="1"/>
          </p:nvPr>
        </p:nvSpPr>
        <p:spPr>
          <a:xfrm>
            <a:off x="0" y="914400"/>
            <a:ext cx="9144000" cy="5250904"/>
          </a:xfrm>
        </p:spPr>
        <p:txBody>
          <a:bodyPr>
            <a:normAutofit fontScale="92500" lnSpcReduction="20000"/>
          </a:bodyPr>
          <a:lstStyle/>
          <a:p>
            <a:pPr marL="0" indent="0">
              <a:buNone/>
            </a:pPr>
            <a:r>
              <a:rPr lang="en-US" sz="2150" dirty="0"/>
              <a:t>The following resources, tools, and documentation were referred to during the design, development, and deployment of the HR Salary Dashboard project</a:t>
            </a:r>
            <a:r>
              <a:rPr lang="en-US" sz="2150" dirty="0" smtClean="0"/>
              <a:t>.</a:t>
            </a:r>
          </a:p>
          <a:p>
            <a:pPr marL="0" indent="0">
              <a:buNone/>
            </a:pPr>
            <a:endParaRPr lang="en-US" sz="2150" dirty="0" smtClean="0"/>
          </a:p>
          <a:p>
            <a:pPr marL="457200" indent="-457200">
              <a:buFont typeface="+mj-lt"/>
              <a:buAutoNum type="arabicPeriod"/>
            </a:pPr>
            <a:r>
              <a:rPr lang="en-IN" sz="2000" b="1" dirty="0" err="1"/>
              <a:t>Kaggle</a:t>
            </a:r>
            <a:r>
              <a:rPr lang="en-IN" sz="2000" b="1" dirty="0"/>
              <a:t> Dataset:</a:t>
            </a:r>
            <a:r>
              <a:rPr lang="en-IN" sz="2000" dirty="0"/>
              <a:t/>
            </a:r>
            <a:br>
              <a:rPr lang="en-IN" sz="2000" dirty="0"/>
            </a:br>
            <a:r>
              <a:rPr lang="en-IN" sz="2000" i="1" dirty="0"/>
              <a:t>HR Employee Salary Prediction Dataset.</a:t>
            </a:r>
            <a:r>
              <a:rPr lang="en-IN" sz="2000" dirty="0"/>
              <a:t> Retrieved from https://www.kaggle.com/</a:t>
            </a:r>
          </a:p>
          <a:p>
            <a:pPr marL="457200" indent="-457200">
              <a:buFont typeface="+mj-lt"/>
              <a:buAutoNum type="arabicPeriod"/>
            </a:pPr>
            <a:r>
              <a:rPr lang="en-IN" sz="2000" b="1" dirty="0" err="1"/>
              <a:t>Scikit</a:t>
            </a:r>
            <a:r>
              <a:rPr lang="en-IN" sz="2000" b="1" dirty="0"/>
              <a:t>-learn Documentation:</a:t>
            </a:r>
            <a:r>
              <a:rPr lang="en-IN" sz="2000" dirty="0"/>
              <a:t/>
            </a:r>
            <a:br>
              <a:rPr lang="en-IN" sz="2000" dirty="0"/>
            </a:br>
            <a:r>
              <a:rPr lang="en-IN" sz="2000" i="1" dirty="0"/>
              <a:t>Machine Learning in Python.</a:t>
            </a:r>
            <a:r>
              <a:rPr lang="en-IN" sz="2000" dirty="0"/>
              <a:t> Available at https://scikit-learn.org/stable/</a:t>
            </a:r>
          </a:p>
          <a:p>
            <a:pPr marL="457200" indent="-457200">
              <a:buFont typeface="+mj-lt"/>
              <a:buAutoNum type="arabicPeriod"/>
            </a:pPr>
            <a:r>
              <a:rPr lang="en-IN" sz="2000" b="1" dirty="0"/>
              <a:t>Pandas &amp; </a:t>
            </a:r>
            <a:r>
              <a:rPr lang="en-IN" sz="2000" b="1" dirty="0" err="1"/>
              <a:t>NumPy</a:t>
            </a:r>
            <a:r>
              <a:rPr lang="en-IN" sz="2000" b="1" dirty="0"/>
              <a:t> Libraries:</a:t>
            </a:r>
            <a:r>
              <a:rPr lang="en-IN" sz="2000" dirty="0"/>
              <a:t/>
            </a:r>
            <a:br>
              <a:rPr lang="en-IN" sz="2000" dirty="0"/>
            </a:br>
            <a:r>
              <a:rPr lang="en-IN" sz="2000" i="1" dirty="0"/>
              <a:t>Python Data Analysis Library.</a:t>
            </a:r>
            <a:r>
              <a:rPr lang="en-IN" sz="2000" dirty="0"/>
              <a:t> Available at https://pandas.pydata.org/</a:t>
            </a:r>
            <a:br>
              <a:rPr lang="en-IN" sz="2000" dirty="0"/>
            </a:br>
            <a:r>
              <a:rPr lang="en-IN" sz="2000" i="1" dirty="0" err="1"/>
              <a:t>NumPy</a:t>
            </a:r>
            <a:r>
              <a:rPr lang="en-IN" sz="2000" i="1" dirty="0"/>
              <a:t> Documentation.</a:t>
            </a:r>
            <a:r>
              <a:rPr lang="en-IN" sz="2000" dirty="0"/>
              <a:t> Available at https://numpy.org/</a:t>
            </a:r>
          </a:p>
          <a:p>
            <a:pPr marL="457200" indent="-457200">
              <a:buFont typeface="+mj-lt"/>
              <a:buAutoNum type="arabicPeriod"/>
            </a:pPr>
            <a:r>
              <a:rPr lang="en-IN" sz="2000" b="1" dirty="0" err="1"/>
              <a:t>Matplotlib</a:t>
            </a:r>
            <a:r>
              <a:rPr lang="en-IN" sz="2000" b="1" dirty="0"/>
              <a:t> / </a:t>
            </a:r>
            <a:r>
              <a:rPr lang="en-IN" sz="2000" b="1" dirty="0" err="1"/>
              <a:t>Seaborn</a:t>
            </a:r>
            <a:r>
              <a:rPr lang="en-IN" sz="2000" b="1" dirty="0"/>
              <a:t> Libraries:</a:t>
            </a:r>
            <a:r>
              <a:rPr lang="en-IN" sz="2000" dirty="0"/>
              <a:t/>
            </a:r>
            <a:br>
              <a:rPr lang="en-IN" sz="2000" dirty="0"/>
            </a:br>
            <a:r>
              <a:rPr lang="en-IN" sz="2000" i="1" dirty="0"/>
              <a:t>Data Visualization in Python.</a:t>
            </a:r>
            <a:r>
              <a:rPr lang="en-IN" sz="2000" dirty="0"/>
              <a:t> Documentation at https://matplotlib.org/</a:t>
            </a:r>
          </a:p>
          <a:p>
            <a:pPr marL="457200" indent="-457200">
              <a:buFont typeface="+mj-lt"/>
              <a:buAutoNum type="arabicPeriod"/>
            </a:pPr>
            <a:r>
              <a:rPr lang="en-IN" sz="2000" b="1" dirty="0" err="1"/>
              <a:t>Streamlit</a:t>
            </a:r>
            <a:r>
              <a:rPr lang="en-IN" sz="2000" b="1" dirty="0"/>
              <a:t> Framework:</a:t>
            </a:r>
            <a:r>
              <a:rPr lang="en-IN" sz="2000" dirty="0"/>
              <a:t/>
            </a:r>
            <a:br>
              <a:rPr lang="en-IN" sz="2000" dirty="0"/>
            </a:br>
            <a:r>
              <a:rPr lang="en-IN" sz="2000" i="1" dirty="0"/>
              <a:t>Build Data Apps in Python.</a:t>
            </a:r>
            <a:r>
              <a:rPr lang="en-IN" sz="2000" dirty="0"/>
              <a:t> Retrieved from https://streamlit.io/</a:t>
            </a:r>
          </a:p>
          <a:p>
            <a:pPr marL="457200" indent="-457200">
              <a:buFont typeface="+mj-lt"/>
              <a:buAutoNum type="arabicPeriod"/>
            </a:pPr>
            <a:r>
              <a:rPr lang="en-IN" sz="2000" b="1" dirty="0"/>
              <a:t>Power BI Documentation:</a:t>
            </a:r>
            <a:r>
              <a:rPr lang="en-IN" sz="2000" dirty="0"/>
              <a:t/>
            </a:r>
            <a:br>
              <a:rPr lang="en-IN" sz="2000" dirty="0"/>
            </a:br>
            <a:r>
              <a:rPr lang="en-IN" sz="2000" i="1" dirty="0"/>
              <a:t>Create Interactive Dashboards.</a:t>
            </a:r>
            <a:r>
              <a:rPr lang="en-IN" sz="2000" dirty="0"/>
              <a:t> Available at https://learn.microsoft.com/en-us/power-bi/</a:t>
            </a:r>
          </a:p>
          <a:p>
            <a:pPr marL="457200" indent="-457200">
              <a:buFont typeface="+mj-lt"/>
              <a:buAutoNum type="arabicPeriod"/>
            </a:pPr>
            <a:r>
              <a:rPr lang="en-IN" sz="2000" b="1" dirty="0"/>
              <a:t>TCS </a:t>
            </a:r>
            <a:r>
              <a:rPr lang="en-IN" sz="2000" b="1" dirty="0" err="1"/>
              <a:t>iON</a:t>
            </a:r>
            <a:r>
              <a:rPr lang="en-IN" sz="2000" b="1" dirty="0"/>
              <a:t> RIO-125 Problem Statement:</a:t>
            </a:r>
            <a:r>
              <a:rPr lang="en-IN" sz="2000" dirty="0"/>
              <a:t/>
            </a:r>
            <a:br>
              <a:rPr lang="en-IN" sz="2000" dirty="0"/>
            </a:br>
            <a:r>
              <a:rPr lang="en-IN" sz="2000" i="1" dirty="0"/>
              <a:t>HR Salary Dashboard – Train the Dataset and Predict Salary.</a:t>
            </a:r>
            <a:r>
              <a:rPr lang="en-IN" sz="2000" dirty="0"/>
              <a:t> Accessed from TCS </a:t>
            </a:r>
            <a:r>
              <a:rPr lang="en-IN" sz="2000" dirty="0" err="1"/>
              <a:t>iON</a:t>
            </a:r>
            <a:r>
              <a:rPr lang="en-IN" sz="2000" dirty="0"/>
              <a:t> RIO Project Portal.</a:t>
            </a:r>
          </a:p>
          <a:p>
            <a:pPr marL="0" indent="0">
              <a:buNone/>
            </a:pPr>
            <a:endParaRPr lang="en-IN" sz="2150" dirty="0"/>
          </a:p>
        </p:txBody>
      </p:sp>
      <p:sp>
        <p:nvSpPr>
          <p:cNvPr id="2" name="Slide Number Placeholder 1"/>
          <p:cNvSpPr>
            <a:spLocks noGrp="1"/>
          </p:cNvSpPr>
          <p:nvPr>
            <p:ph type="sldNum" sz="quarter" idx="12"/>
          </p:nvPr>
        </p:nvSpPr>
        <p:spPr/>
        <p:txBody>
          <a:bodyPr/>
          <a:lstStyle/>
          <a:p>
            <a:fld id="{08FC1071-F2DF-4CA9-AA63-FF97A16BD739}" type="slidenum">
              <a:rPr lang="en-IN" smtClean="0">
                <a:solidFill>
                  <a:schemeClr val="bg1"/>
                </a:solidFill>
              </a:rPr>
              <a:pPr/>
              <a:t>13</a:t>
            </a:fld>
            <a:endParaRPr lang="en-IN" dirty="0">
              <a:solidFill>
                <a:schemeClr val="bg1"/>
              </a:solidFill>
            </a:endParaRPr>
          </a:p>
        </p:txBody>
      </p:sp>
      <p:sp>
        <p:nvSpPr>
          <p:cNvPr id="485380" name="Rectangle 4"/>
          <p:cNvSpPr>
            <a:spLocks noChangeArrowheads="1"/>
          </p:cNvSpPr>
          <p:nvPr/>
        </p:nvSpPr>
        <p:spPr bwMode="auto">
          <a:xfrm>
            <a:off x="0" y="0"/>
            <a:ext cx="9144000" cy="914400"/>
          </a:xfrm>
          <a:prstGeom prst="rect">
            <a:avLst/>
          </a:prstGeom>
          <a:solidFill>
            <a:srgbClr val="71161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485381" name="Text Box 5"/>
          <p:cNvSpPr txBox="1">
            <a:spLocks noChangeArrowheads="1"/>
          </p:cNvSpPr>
          <p:nvPr/>
        </p:nvSpPr>
        <p:spPr bwMode="auto">
          <a:xfrm>
            <a:off x="0" y="0"/>
            <a:ext cx="617271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sz="2400" b="1" dirty="0" smtClean="0">
                <a:solidFill>
                  <a:schemeClr val="bg1"/>
                </a:solidFill>
                <a:latin typeface="Calibri" pitchFamily="34" charset="0"/>
                <a:ea typeface="ＭＳ Ｐゴシック" pitchFamily="-28" charset="-128"/>
              </a:rPr>
              <a:t>References, if any</a:t>
            </a:r>
            <a:endParaRPr lang="en-US" b="1" dirty="0">
              <a:solidFill>
                <a:schemeClr val="bg1"/>
              </a:solidFill>
              <a:latin typeface="Calibri" pitchFamily="34" charset="0"/>
              <a:ea typeface="ＭＳ Ｐゴシック" pitchFamily="-28" charset="-128"/>
            </a:endParaRPr>
          </a:p>
        </p:txBody>
      </p:sp>
      <p:sp>
        <p:nvSpPr>
          <p:cNvPr id="485384" name="Rectangle 8"/>
          <p:cNvSpPr>
            <a:spLocks noChangeArrowheads="1"/>
          </p:cNvSpPr>
          <p:nvPr/>
        </p:nvSpPr>
        <p:spPr bwMode="auto">
          <a:xfrm>
            <a:off x="0" y="6165304"/>
            <a:ext cx="9144000" cy="692696"/>
          </a:xfrm>
          <a:prstGeom prst="rect">
            <a:avLst/>
          </a:prstGeom>
          <a:solidFill>
            <a:srgbClr val="71161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dirty="0"/>
          </a:p>
        </p:txBody>
      </p:sp>
      <p:pic>
        <p:nvPicPr>
          <p:cNvPr id="485394" name="Picture 18" descr="Teerthanker Mahaveer University"/>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72712" y="33879"/>
            <a:ext cx="2952750" cy="685800"/>
          </a:xfrm>
          <a:prstGeom prst="rect">
            <a:avLst/>
          </a:prstGeom>
          <a:noFill/>
          <a:extLst>
            <a:ext uri="{909E8E84-426E-40DD-AFC4-6F175D3DCCD1}">
              <a14:hiddenFill xmlns:a14="http://schemas.microsoft.com/office/drawing/2010/main">
                <a:solidFill>
                  <a:srgbClr val="FFFFFF"/>
                </a:solidFill>
              </a14:hiddenFill>
            </a:ext>
          </a:extLst>
        </p:spPr>
      </p:pic>
      <p:sp>
        <p:nvSpPr>
          <p:cNvPr id="14" name="Slide Number Placeholder 3"/>
          <p:cNvSpPr txBox="1">
            <a:spLocks/>
          </p:cNvSpPr>
          <p:nvPr/>
        </p:nvSpPr>
        <p:spPr>
          <a:xfrm>
            <a:off x="0" y="6492875"/>
            <a:ext cx="467072"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8FC1071-F2DF-4CA9-AA63-FF97A16BD739}" type="slidenum">
              <a:rPr lang="en-IN" smtClean="0">
                <a:solidFill>
                  <a:schemeClr val="bg1"/>
                </a:solidFill>
              </a:rPr>
              <a:pPr/>
              <a:t>13</a:t>
            </a:fld>
            <a:endParaRPr lang="en-IN" dirty="0">
              <a:solidFill>
                <a:schemeClr val="bg1"/>
              </a:solidFill>
            </a:endParaRPr>
          </a:p>
        </p:txBody>
      </p:sp>
    </p:spTree>
    <p:extLst>
      <p:ext uri="{BB962C8B-B14F-4D97-AF65-F5344CB8AC3E}">
        <p14:creationId xmlns:p14="http://schemas.microsoft.com/office/powerpoint/2010/main" val="258564189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IN" sz="4000" dirty="0" smtClean="0"/>
              <a:t>THANKS</a:t>
            </a:r>
            <a:endParaRPr lang="en-IN" sz="4000" dirty="0"/>
          </a:p>
        </p:txBody>
      </p:sp>
    </p:spTree>
    <p:extLst>
      <p:ext uri="{BB962C8B-B14F-4D97-AF65-F5344CB8AC3E}">
        <p14:creationId xmlns:p14="http://schemas.microsoft.com/office/powerpoint/2010/main" val="404071886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3964</TotalTime>
  <Words>538</Words>
  <Application>Microsoft Office PowerPoint</Application>
  <PresentationFormat>On-screen Show (4:3)</PresentationFormat>
  <Paragraphs>112</Paragraphs>
  <Slides>14</Slides>
  <Notes>12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ＭＳ Ｐゴシック</vt:lpstr>
      <vt:lpstr>Arial</vt:lpstr>
      <vt:lpstr>Calibri</vt:lpstr>
      <vt:lpstr>Droid Sans Fallback</vt:lpstr>
      <vt:lpstr>Times New Roman</vt:lpstr>
      <vt:lpstr>Office Theme</vt:lpstr>
      <vt:lpstr>HR Salary Dashboard – Train the Dataset and Predict Salary  Project Synopsis Presentation  Date: 06/10/2025</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vt:lpstr>
      <vt:lpstr>PowerPoint Presentation</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Rashmi Jain</dc:creator>
  <cp:lastModifiedBy>sanjay kumar</cp:lastModifiedBy>
  <cp:revision>143</cp:revision>
  <dcterms:created xsi:type="dcterms:W3CDTF">2016-07-30T14:16:51Z</dcterms:created>
  <dcterms:modified xsi:type="dcterms:W3CDTF">2025-10-05T09:36:07Z</dcterms:modified>
</cp:coreProperties>
</file>